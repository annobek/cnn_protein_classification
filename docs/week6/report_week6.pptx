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66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E28BBF-D1F2-4A2C-8A2F-F801F25AFE08}" v="850" dt="2025-01-20T14:07:01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ketova Anna" userId="89166af0195635a1" providerId="Windows Live" clId="Web-{E6E28BBF-D1F2-4A2C-8A2F-F801F25AFE08}"/>
    <pc:docChg chg="addSld delSld modSld addMainMaster delMainMaster">
      <pc:chgData name="Beketova Anna" userId="89166af0195635a1" providerId="Windows Live" clId="Web-{E6E28BBF-D1F2-4A2C-8A2F-F801F25AFE08}" dt="2025-01-20T14:07:01.942" v="786" actId="1076"/>
      <pc:docMkLst>
        <pc:docMk/>
      </pc:docMkLst>
      <pc:sldChg chg="addSp modSp mod modClrScheme chgLayout">
        <pc:chgData name="Beketova Anna" userId="89166af0195635a1" providerId="Windows Live" clId="Web-{E6E28BBF-D1F2-4A2C-8A2F-F801F25AFE08}" dt="2025-01-20T13:40:27.738" v="319" actId="20577"/>
        <pc:sldMkLst>
          <pc:docMk/>
          <pc:sldMk cId="1351651579" sldId="256"/>
        </pc:sldMkLst>
        <pc:spChg chg="mod ord">
          <ac:chgData name="Beketova Anna" userId="89166af0195635a1" providerId="Windows Live" clId="Web-{E6E28BBF-D1F2-4A2C-8A2F-F801F25AFE08}" dt="2025-01-20T13:40:27.738" v="319" actId="20577"/>
          <ac:spMkLst>
            <pc:docMk/>
            <pc:sldMk cId="1351651579" sldId="256"/>
            <ac:spMk id="2" creationId="{00000000-0000-0000-0000-000000000000}"/>
          </ac:spMkLst>
        </pc:spChg>
        <pc:spChg chg="mod ord">
          <ac:chgData name="Beketova Anna" userId="89166af0195635a1" providerId="Windows Live" clId="Web-{E6E28BBF-D1F2-4A2C-8A2F-F801F25AFE08}" dt="2025-01-20T13:32:25.287" v="46" actId="20577"/>
          <ac:spMkLst>
            <pc:docMk/>
            <pc:sldMk cId="1351651579" sldId="256"/>
            <ac:spMk id="3" creationId="{00000000-0000-0000-0000-000000000000}"/>
          </ac:spMkLst>
        </pc:spChg>
        <pc:picChg chg="add mod">
          <ac:chgData name="Beketova Anna" userId="89166af0195635a1" providerId="Windows Live" clId="Web-{E6E28BBF-D1F2-4A2C-8A2F-F801F25AFE08}" dt="2025-01-20T13:31:10.019" v="21" actId="1076"/>
          <ac:picMkLst>
            <pc:docMk/>
            <pc:sldMk cId="1351651579" sldId="256"/>
            <ac:picMk id="4" creationId="{4FED9519-70C3-A3C1-1E71-5C832B3B0443}"/>
          </ac:picMkLst>
        </pc:picChg>
      </pc:sldChg>
      <pc:sldChg chg="addSp delSp modSp new">
        <pc:chgData name="Beketova Anna" userId="89166af0195635a1" providerId="Windows Live" clId="Web-{E6E28BBF-D1F2-4A2C-8A2F-F801F25AFE08}" dt="2025-01-20T14:07:01.942" v="786" actId="1076"/>
        <pc:sldMkLst>
          <pc:docMk/>
          <pc:sldMk cId="2824960517" sldId="257"/>
        </pc:sldMkLst>
        <pc:spChg chg="mod">
          <ac:chgData name="Beketova Anna" userId="89166af0195635a1" providerId="Windows Live" clId="Web-{E6E28BBF-D1F2-4A2C-8A2F-F801F25AFE08}" dt="2025-01-20T13:32:36.943" v="50" actId="20577"/>
          <ac:spMkLst>
            <pc:docMk/>
            <pc:sldMk cId="2824960517" sldId="257"/>
            <ac:spMk id="2" creationId="{F2E497C7-ADB2-D9FD-0225-AEF1B08106B6}"/>
          </ac:spMkLst>
        </pc:spChg>
        <pc:spChg chg="mod">
          <ac:chgData name="Beketova Anna" userId="89166af0195635a1" providerId="Windows Live" clId="Web-{E6E28BBF-D1F2-4A2C-8A2F-F801F25AFE08}" dt="2025-01-20T14:06:25.909" v="778" actId="20577"/>
          <ac:spMkLst>
            <pc:docMk/>
            <pc:sldMk cId="2824960517" sldId="257"/>
            <ac:spMk id="3" creationId="{9A8EB32F-72E5-DDF0-9CF1-41C660CE2C6B}"/>
          </ac:spMkLst>
        </pc:spChg>
        <pc:spChg chg="add del mod">
          <ac:chgData name="Beketova Anna" userId="89166af0195635a1" providerId="Windows Live" clId="Web-{E6E28BBF-D1F2-4A2C-8A2F-F801F25AFE08}" dt="2025-01-20T13:32:16.036" v="38"/>
          <ac:spMkLst>
            <pc:docMk/>
            <pc:sldMk cId="2824960517" sldId="257"/>
            <ac:spMk id="7" creationId="{3C548680-DF43-DE0C-EEAD-E07104678F79}"/>
          </ac:spMkLst>
        </pc:spChg>
        <pc:spChg chg="add del mod">
          <ac:chgData name="Beketova Anna" userId="89166af0195635a1" providerId="Windows Live" clId="Web-{E6E28BBF-D1F2-4A2C-8A2F-F801F25AFE08}" dt="2025-01-20T14:05:37.252" v="751"/>
          <ac:spMkLst>
            <pc:docMk/>
            <pc:sldMk cId="2824960517" sldId="257"/>
            <ac:spMk id="10" creationId="{C8F8D8A2-AA13-2F6B-697C-C5C25DE734E9}"/>
          </ac:spMkLst>
        </pc:spChg>
        <pc:spChg chg="add mod">
          <ac:chgData name="Beketova Anna" userId="89166af0195635a1" providerId="Windows Live" clId="Web-{E6E28BBF-D1F2-4A2C-8A2F-F801F25AFE08}" dt="2025-01-20T14:07:01.942" v="786" actId="1076"/>
          <ac:spMkLst>
            <pc:docMk/>
            <pc:sldMk cId="2824960517" sldId="257"/>
            <ac:spMk id="14" creationId="{04650BAF-64EB-E497-8591-AC072DC05060}"/>
          </ac:spMkLst>
        </pc:spChg>
        <pc:picChg chg="add">
          <ac:chgData name="Beketova Anna" userId="89166af0195635a1" providerId="Windows Live" clId="Web-{E6E28BBF-D1F2-4A2C-8A2F-F801F25AFE08}" dt="2025-01-20T13:32:28.162" v="47"/>
          <ac:picMkLst>
            <pc:docMk/>
            <pc:sldMk cId="2824960517" sldId="257"/>
            <ac:picMk id="9" creationId="{07989DCC-335B-0849-A754-850797165C37}"/>
          </ac:picMkLst>
        </pc:picChg>
        <pc:inkChg chg="add del">
          <ac:chgData name="Beketova Anna" userId="89166af0195635a1" providerId="Windows Live" clId="Web-{E6E28BBF-D1F2-4A2C-8A2F-F801F25AFE08}" dt="2025-01-20T13:49:03.301" v="425"/>
          <ac:inkMkLst>
            <pc:docMk/>
            <pc:sldMk cId="2824960517" sldId="257"/>
            <ac:inkMk id="11" creationId="{C8A58BDA-91BC-A028-85B1-76EBA793BD44}"/>
          </ac:inkMkLst>
        </pc:inkChg>
        <pc:inkChg chg="add del">
          <ac:chgData name="Beketova Anna" userId="89166af0195635a1" providerId="Windows Live" clId="Web-{E6E28BBF-D1F2-4A2C-8A2F-F801F25AFE08}" dt="2025-01-20T13:49:03.301" v="424"/>
          <ac:inkMkLst>
            <pc:docMk/>
            <pc:sldMk cId="2824960517" sldId="257"/>
            <ac:inkMk id="12" creationId="{BD8A19B0-9A0F-7668-6AD3-C777560190FB}"/>
          </ac:inkMkLst>
        </pc:inkChg>
        <pc:inkChg chg="add del">
          <ac:chgData name="Beketova Anna" userId="89166af0195635a1" providerId="Windows Live" clId="Web-{E6E28BBF-D1F2-4A2C-8A2F-F801F25AFE08}" dt="2025-01-20T13:49:03.301" v="423"/>
          <ac:inkMkLst>
            <pc:docMk/>
            <pc:sldMk cId="2824960517" sldId="257"/>
            <ac:inkMk id="13" creationId="{66652919-CADD-3119-3496-52636199BC57}"/>
          </ac:inkMkLst>
        </pc:inkChg>
      </pc:sldChg>
      <pc:sldChg chg="addSp modSp new">
        <pc:chgData name="Beketova Anna" userId="89166af0195635a1" providerId="Windows Live" clId="Web-{E6E28BBF-D1F2-4A2C-8A2F-F801F25AFE08}" dt="2025-01-20T14:05:25.923" v="748" actId="20577"/>
        <pc:sldMkLst>
          <pc:docMk/>
          <pc:sldMk cId="2280985680" sldId="258"/>
        </pc:sldMkLst>
        <pc:spChg chg="mod">
          <ac:chgData name="Beketova Anna" userId="89166af0195635a1" providerId="Windows Live" clId="Web-{E6E28BBF-D1F2-4A2C-8A2F-F801F25AFE08}" dt="2025-01-20T13:36:41.732" v="158" actId="20577"/>
          <ac:spMkLst>
            <pc:docMk/>
            <pc:sldMk cId="2280985680" sldId="258"/>
            <ac:spMk id="2" creationId="{846B50CA-5C52-94A4-B166-AB8ECC768D4A}"/>
          </ac:spMkLst>
        </pc:spChg>
        <pc:spChg chg="mod">
          <ac:chgData name="Beketova Anna" userId="89166af0195635a1" providerId="Windows Live" clId="Web-{E6E28BBF-D1F2-4A2C-8A2F-F801F25AFE08}" dt="2025-01-20T14:05:25.923" v="748" actId="20577"/>
          <ac:spMkLst>
            <pc:docMk/>
            <pc:sldMk cId="2280985680" sldId="258"/>
            <ac:spMk id="3" creationId="{077EF8FE-0711-8B75-B8CD-A13207F8E7A8}"/>
          </ac:spMkLst>
        </pc:spChg>
        <pc:picChg chg="add">
          <ac:chgData name="Beketova Anna" userId="89166af0195635a1" providerId="Windows Live" clId="Web-{E6E28BBF-D1F2-4A2C-8A2F-F801F25AFE08}" dt="2025-01-20T13:36:17.715" v="155"/>
          <ac:picMkLst>
            <pc:docMk/>
            <pc:sldMk cId="2280985680" sldId="258"/>
            <ac:picMk id="8" creationId="{1B71756A-1AFE-D1FE-9277-229027ED7D68}"/>
          </ac:picMkLst>
        </pc:picChg>
      </pc:sldChg>
      <pc:sldChg chg="addSp delSp modSp new">
        <pc:chgData name="Beketova Anna" userId="89166af0195635a1" providerId="Windows Live" clId="Web-{E6E28BBF-D1F2-4A2C-8A2F-F801F25AFE08}" dt="2025-01-20T13:51:12.554" v="442" actId="20577"/>
        <pc:sldMkLst>
          <pc:docMk/>
          <pc:sldMk cId="674289698" sldId="259"/>
        </pc:sldMkLst>
        <pc:spChg chg="mod">
          <ac:chgData name="Beketova Anna" userId="89166af0195635a1" providerId="Windows Live" clId="Web-{E6E28BBF-D1F2-4A2C-8A2F-F801F25AFE08}" dt="2025-01-20T13:51:12.554" v="442" actId="20577"/>
          <ac:spMkLst>
            <pc:docMk/>
            <pc:sldMk cId="674289698" sldId="259"/>
            <ac:spMk id="2" creationId="{03C10AFA-CC69-B3AD-4ACB-19D6CB487301}"/>
          </ac:spMkLst>
        </pc:spChg>
        <pc:spChg chg="del">
          <ac:chgData name="Beketova Anna" userId="89166af0195635a1" providerId="Windows Live" clId="Web-{E6E28BBF-D1F2-4A2C-8A2F-F801F25AFE08}" dt="2025-01-20T13:41:32.600" v="325"/>
          <ac:spMkLst>
            <pc:docMk/>
            <pc:sldMk cId="674289698" sldId="259"/>
            <ac:spMk id="3" creationId="{966DE972-C262-D311-0DCB-1FAAD05256FC}"/>
          </ac:spMkLst>
        </pc:spChg>
        <pc:spChg chg="add del mod">
          <ac:chgData name="Beketova Anna" userId="89166af0195635a1" providerId="Windows Live" clId="Web-{E6E28BBF-D1F2-4A2C-8A2F-F801F25AFE08}" dt="2025-01-20T13:42:06.226" v="332"/>
          <ac:spMkLst>
            <pc:docMk/>
            <pc:sldMk cId="674289698" sldId="259"/>
            <ac:spMk id="11" creationId="{8ECAC9AA-3C63-D683-8CC1-5232477BD4A3}"/>
          </ac:spMkLst>
        </pc:spChg>
        <pc:spChg chg="add mod">
          <ac:chgData name="Beketova Anna" userId="89166af0195635a1" providerId="Windows Live" clId="Web-{E6E28BBF-D1F2-4A2C-8A2F-F801F25AFE08}" dt="2025-01-20T13:42:57.024" v="347" actId="1076"/>
          <ac:spMkLst>
            <pc:docMk/>
            <pc:sldMk cId="674289698" sldId="259"/>
            <ac:spMk id="13" creationId="{F0888615-7773-3155-E897-7C16CDEF6462}"/>
          </ac:spMkLst>
        </pc:spChg>
        <pc:picChg chg="add">
          <ac:chgData name="Beketova Anna" userId="89166af0195635a1" providerId="Windows Live" clId="Web-{E6E28BBF-D1F2-4A2C-8A2F-F801F25AFE08}" dt="2025-01-20T13:39:41.425" v="309"/>
          <ac:picMkLst>
            <pc:docMk/>
            <pc:sldMk cId="674289698" sldId="259"/>
            <ac:picMk id="8" creationId="{74722BF8-0E98-08B6-FCDA-C145B9A75BDA}"/>
          </ac:picMkLst>
        </pc:picChg>
        <pc:picChg chg="add del mod ord">
          <ac:chgData name="Beketova Anna" userId="89166af0195635a1" providerId="Windows Live" clId="Web-{E6E28BBF-D1F2-4A2C-8A2F-F801F25AFE08}" dt="2025-01-20T13:41:50.647" v="331"/>
          <ac:picMkLst>
            <pc:docMk/>
            <pc:sldMk cId="674289698" sldId="259"/>
            <ac:picMk id="9" creationId="{FEEE6E1A-7DB2-E341-3178-7E76E7392EF0}"/>
          </ac:picMkLst>
        </pc:picChg>
        <pc:picChg chg="add mod ord">
          <ac:chgData name="Beketova Anna" userId="89166af0195635a1" providerId="Windows Live" clId="Web-{E6E28BBF-D1F2-4A2C-8A2F-F801F25AFE08}" dt="2025-01-20T13:43:28.056" v="357"/>
          <ac:picMkLst>
            <pc:docMk/>
            <pc:sldMk cId="674289698" sldId="259"/>
            <ac:picMk id="12" creationId="{68ABF0C9-4A26-1B40-7192-DCC6769BC60D}"/>
          </ac:picMkLst>
        </pc:picChg>
        <pc:inkChg chg="add del">
          <ac:chgData name="Beketova Anna" userId="89166af0195635a1" providerId="Windows Live" clId="Web-{E6E28BBF-D1F2-4A2C-8A2F-F801F25AFE08}" dt="2025-01-20T13:44:28.449" v="359"/>
          <ac:inkMkLst>
            <pc:docMk/>
            <pc:sldMk cId="674289698" sldId="259"/>
            <ac:inkMk id="14" creationId="{91A24C56-0BA8-6A25-BFF4-853F7687D5BE}"/>
          </ac:inkMkLst>
        </pc:inkChg>
        <pc:inkChg chg="add del">
          <ac:chgData name="Beketova Anna" userId="89166af0195635a1" providerId="Windows Live" clId="Web-{E6E28BBF-D1F2-4A2C-8A2F-F801F25AFE08}" dt="2025-01-20T13:46:12.905" v="381"/>
          <ac:inkMkLst>
            <pc:docMk/>
            <pc:sldMk cId="674289698" sldId="259"/>
            <ac:inkMk id="15" creationId="{77CDE3A5-8C91-E79A-EF89-D171446D2C7C}"/>
          </ac:inkMkLst>
        </pc:inkChg>
        <pc:inkChg chg="add del">
          <ac:chgData name="Beketova Anna" userId="89166af0195635a1" providerId="Windows Live" clId="Web-{E6E28BBF-D1F2-4A2C-8A2F-F801F25AFE08}" dt="2025-01-20T13:46:13.921" v="382"/>
          <ac:inkMkLst>
            <pc:docMk/>
            <pc:sldMk cId="674289698" sldId="259"/>
            <ac:inkMk id="16" creationId="{15C1CD91-E9F8-0BC7-BE09-1DAF8B6B1C68}"/>
          </ac:inkMkLst>
        </pc:inkChg>
      </pc:sldChg>
      <pc:sldChg chg="addSp delSp modSp new">
        <pc:chgData name="Beketova Anna" userId="89166af0195635a1" providerId="Windows Live" clId="Web-{E6E28BBF-D1F2-4A2C-8A2F-F801F25AFE08}" dt="2025-01-20T13:51:17.633" v="446" actId="20577"/>
        <pc:sldMkLst>
          <pc:docMk/>
          <pc:sldMk cId="267064740" sldId="260"/>
        </pc:sldMkLst>
        <pc:spChg chg="mod">
          <ac:chgData name="Beketova Anna" userId="89166af0195635a1" providerId="Windows Live" clId="Web-{E6E28BBF-D1F2-4A2C-8A2F-F801F25AFE08}" dt="2025-01-20T13:51:17.633" v="446" actId="20577"/>
          <ac:spMkLst>
            <pc:docMk/>
            <pc:sldMk cId="267064740" sldId="260"/>
            <ac:spMk id="2" creationId="{A914A029-E1DE-72B6-2BFA-39BAE32AB996}"/>
          </ac:spMkLst>
        </pc:spChg>
        <pc:spChg chg="mod">
          <ac:chgData name="Beketova Anna" userId="89166af0195635a1" providerId="Windows Live" clId="Web-{E6E28BBF-D1F2-4A2C-8A2F-F801F25AFE08}" dt="2025-01-20T13:46:00.123" v="380" actId="1076"/>
          <ac:spMkLst>
            <pc:docMk/>
            <pc:sldMk cId="267064740" sldId="260"/>
            <ac:spMk id="3" creationId="{09ECA630-BF4D-76C1-7A4E-431C562125E5}"/>
          </ac:spMkLst>
        </pc:spChg>
        <pc:picChg chg="add">
          <ac:chgData name="Beketova Anna" userId="89166af0195635a1" providerId="Windows Live" clId="Web-{E6E28BBF-D1F2-4A2C-8A2F-F801F25AFE08}" dt="2025-01-20T13:45:04.622" v="363"/>
          <ac:picMkLst>
            <pc:docMk/>
            <pc:sldMk cId="267064740" sldId="260"/>
            <ac:picMk id="8" creationId="{22E23B7C-E35A-A92A-A4DF-E9214F22E9E1}"/>
          </ac:picMkLst>
        </pc:picChg>
        <pc:picChg chg="add mod">
          <ac:chgData name="Beketova Anna" userId="89166af0195635a1" providerId="Windows Live" clId="Web-{E6E28BBF-D1F2-4A2C-8A2F-F801F25AFE08}" dt="2025-01-20T13:45:46.670" v="376" actId="1076"/>
          <ac:picMkLst>
            <pc:docMk/>
            <pc:sldMk cId="267064740" sldId="260"/>
            <ac:picMk id="9" creationId="{9E761A40-5C41-ED2A-3317-29EB0B87BE25}"/>
          </ac:picMkLst>
        </pc:picChg>
        <pc:inkChg chg="add del">
          <ac:chgData name="Beketova Anna" userId="89166af0195635a1" providerId="Windows Live" clId="Web-{E6E28BBF-D1F2-4A2C-8A2F-F801F25AFE08}" dt="2025-01-20T13:46:46.281" v="386"/>
          <ac:inkMkLst>
            <pc:docMk/>
            <pc:sldMk cId="267064740" sldId="260"/>
            <ac:inkMk id="10" creationId="{150265D0-5AA8-7DD3-AF5E-C23DCB4B09EC}"/>
          </ac:inkMkLst>
        </pc:inkChg>
        <pc:inkChg chg="add del">
          <ac:chgData name="Beketova Anna" userId="89166af0195635a1" providerId="Windows Live" clId="Web-{E6E28BBF-D1F2-4A2C-8A2F-F801F25AFE08}" dt="2025-01-20T13:48:50.941" v="419"/>
          <ac:inkMkLst>
            <pc:docMk/>
            <pc:sldMk cId="267064740" sldId="260"/>
            <ac:inkMk id="11" creationId="{4D52D258-1372-1AA4-9B7C-01E77DC5355B}"/>
          </ac:inkMkLst>
        </pc:inkChg>
        <pc:inkChg chg="add del">
          <ac:chgData name="Beketova Anna" userId="89166af0195635a1" providerId="Windows Live" clId="Web-{E6E28BBF-D1F2-4A2C-8A2F-F801F25AFE08}" dt="2025-01-20T13:48:48.363" v="418"/>
          <ac:inkMkLst>
            <pc:docMk/>
            <pc:sldMk cId="267064740" sldId="260"/>
            <ac:inkMk id="12" creationId="{1260AD0A-2587-45E5-8E51-6E67C5F27123}"/>
          </ac:inkMkLst>
        </pc:inkChg>
        <pc:inkChg chg="add del">
          <ac:chgData name="Beketova Anna" userId="89166af0195635a1" providerId="Windows Live" clId="Web-{E6E28BBF-D1F2-4A2C-8A2F-F801F25AFE08}" dt="2025-01-20T13:48:48.363" v="417"/>
          <ac:inkMkLst>
            <pc:docMk/>
            <pc:sldMk cId="267064740" sldId="260"/>
            <ac:inkMk id="13" creationId="{1FC426C5-9AE7-660E-C07B-6CFF03E2BD3E}"/>
          </ac:inkMkLst>
        </pc:inkChg>
      </pc:sldChg>
      <pc:sldChg chg="addSp modSp add replId">
        <pc:chgData name="Beketova Anna" userId="89166af0195635a1" providerId="Windows Live" clId="Web-{E6E28BBF-D1F2-4A2C-8A2F-F801F25AFE08}" dt="2025-01-20T13:51:14.711" v="444" actId="20577"/>
        <pc:sldMkLst>
          <pc:docMk/>
          <pc:sldMk cId="1885246492" sldId="261"/>
        </pc:sldMkLst>
        <pc:spChg chg="mod">
          <ac:chgData name="Beketova Anna" userId="89166af0195635a1" providerId="Windows Live" clId="Web-{E6E28BBF-D1F2-4A2C-8A2F-F801F25AFE08}" dt="2025-01-20T13:51:14.711" v="444" actId="20577"/>
          <ac:spMkLst>
            <pc:docMk/>
            <pc:sldMk cId="1885246492" sldId="261"/>
            <ac:spMk id="2" creationId="{03C10AFA-CC69-B3AD-4ACB-19D6CB487301}"/>
          </ac:spMkLst>
        </pc:spChg>
        <pc:inkChg chg="add">
          <ac:chgData name="Beketova Anna" userId="89166af0195635a1" providerId="Windows Live" clId="Web-{E6E28BBF-D1F2-4A2C-8A2F-F801F25AFE08}" dt="2025-01-20T13:46:27.468" v="384"/>
          <ac:inkMkLst>
            <pc:docMk/>
            <pc:sldMk cId="1885246492" sldId="261"/>
            <ac:inkMk id="3" creationId="{D49A2364-9889-2F8E-C74D-E55470E46B28}"/>
          </ac:inkMkLst>
        </pc:inkChg>
      </pc:sldChg>
      <pc:sldChg chg="addSp modSp add replId">
        <pc:chgData name="Beketova Anna" userId="89166af0195635a1" providerId="Windows Live" clId="Web-{E6E28BBF-D1F2-4A2C-8A2F-F801F25AFE08}" dt="2025-01-20T13:51:20.164" v="448" actId="20577"/>
        <pc:sldMkLst>
          <pc:docMk/>
          <pc:sldMk cId="766447953" sldId="262"/>
        </pc:sldMkLst>
        <pc:spChg chg="mod">
          <ac:chgData name="Beketova Anna" userId="89166af0195635a1" providerId="Windows Live" clId="Web-{E6E28BBF-D1F2-4A2C-8A2F-F801F25AFE08}" dt="2025-01-20T13:51:20.164" v="448" actId="20577"/>
          <ac:spMkLst>
            <pc:docMk/>
            <pc:sldMk cId="766447953" sldId="262"/>
            <ac:spMk id="2" creationId="{A914A029-E1DE-72B6-2BFA-39BAE32AB996}"/>
          </ac:spMkLst>
        </pc:spChg>
        <pc:inkChg chg="add">
          <ac:chgData name="Beketova Anna" userId="89166af0195635a1" providerId="Windows Live" clId="Web-{E6E28BBF-D1F2-4A2C-8A2F-F801F25AFE08}" dt="2025-01-20T13:46:56.344" v="388"/>
          <ac:inkMkLst>
            <pc:docMk/>
            <pc:sldMk cId="766447953" sldId="262"/>
            <ac:inkMk id="7" creationId="{FCE1FEB7-DB82-CA49-2299-63244C1473F9}"/>
          </ac:inkMkLst>
        </pc:inkChg>
        <pc:inkChg chg="add">
          <ac:chgData name="Beketova Anna" userId="89166af0195635a1" providerId="Windows Live" clId="Web-{E6E28BBF-D1F2-4A2C-8A2F-F801F25AFE08}" dt="2025-01-20T13:46:58.453" v="389"/>
          <ac:inkMkLst>
            <pc:docMk/>
            <pc:sldMk cId="766447953" sldId="262"/>
            <ac:inkMk id="10" creationId="{DA155E30-51A0-9FE7-128B-A9C9FAA34360}"/>
          </ac:inkMkLst>
        </pc:inkChg>
      </pc:sldChg>
      <pc:sldChg chg="addSp modSp new">
        <pc:chgData name="Beketova Anna" userId="89166af0195635a1" providerId="Windows Live" clId="Web-{E6E28BBF-D1F2-4A2C-8A2F-F801F25AFE08}" dt="2025-01-20T13:51:22.195" v="450" actId="20577"/>
        <pc:sldMkLst>
          <pc:docMk/>
          <pc:sldMk cId="3252276655" sldId="263"/>
        </pc:sldMkLst>
        <pc:spChg chg="mod">
          <ac:chgData name="Beketova Anna" userId="89166af0195635a1" providerId="Windows Live" clId="Web-{E6E28BBF-D1F2-4A2C-8A2F-F801F25AFE08}" dt="2025-01-20T13:51:22.195" v="450" actId="20577"/>
          <ac:spMkLst>
            <pc:docMk/>
            <pc:sldMk cId="3252276655" sldId="263"/>
            <ac:spMk id="2" creationId="{1B92D317-3B2E-5FE0-E6F9-C3A766B418FE}"/>
          </ac:spMkLst>
        </pc:spChg>
        <pc:spChg chg="mod">
          <ac:chgData name="Beketova Anna" userId="89166af0195635a1" providerId="Windows Live" clId="Web-{E6E28BBF-D1F2-4A2C-8A2F-F801F25AFE08}" dt="2025-01-20T13:47:40.361" v="402" actId="1076"/>
          <ac:spMkLst>
            <pc:docMk/>
            <pc:sldMk cId="3252276655" sldId="263"/>
            <ac:spMk id="3" creationId="{ED444208-8DA8-BB77-4EEF-3CEDA643C69C}"/>
          </ac:spMkLst>
        </pc:spChg>
        <pc:picChg chg="add">
          <ac:chgData name="Beketova Anna" userId="89166af0195635a1" providerId="Windows Live" clId="Web-{E6E28BBF-D1F2-4A2C-8A2F-F801F25AFE08}" dt="2025-01-20T13:47:19.313" v="391"/>
          <ac:picMkLst>
            <pc:docMk/>
            <pc:sldMk cId="3252276655" sldId="263"/>
            <ac:picMk id="8" creationId="{ACFF2075-9D01-BD47-717C-718B8CA82D09}"/>
          </ac:picMkLst>
        </pc:picChg>
        <pc:picChg chg="add mod">
          <ac:chgData name="Beketova Anna" userId="89166af0195635a1" providerId="Windows Live" clId="Web-{E6E28BBF-D1F2-4A2C-8A2F-F801F25AFE08}" dt="2025-01-20T13:47:56.892" v="406" actId="1076"/>
          <ac:picMkLst>
            <pc:docMk/>
            <pc:sldMk cId="3252276655" sldId="263"/>
            <ac:picMk id="9" creationId="{4DAAB58B-C5DC-C653-E9F0-BD4ADF584A89}"/>
          </ac:picMkLst>
        </pc:picChg>
      </pc:sldChg>
      <pc:sldChg chg="addSp delSp modSp add replId">
        <pc:chgData name="Beketova Anna" userId="89166af0195635a1" providerId="Windows Live" clId="Web-{E6E28BBF-D1F2-4A2C-8A2F-F801F25AFE08}" dt="2025-01-20T13:51:27.164" v="452" actId="20577"/>
        <pc:sldMkLst>
          <pc:docMk/>
          <pc:sldMk cId="2085725190" sldId="264"/>
        </pc:sldMkLst>
        <pc:spChg chg="mod">
          <ac:chgData name="Beketova Anna" userId="89166af0195635a1" providerId="Windows Live" clId="Web-{E6E28BBF-D1F2-4A2C-8A2F-F801F25AFE08}" dt="2025-01-20T13:51:27.164" v="452" actId="20577"/>
          <ac:spMkLst>
            <pc:docMk/>
            <pc:sldMk cId="2085725190" sldId="264"/>
            <ac:spMk id="2" creationId="{1B92D317-3B2E-5FE0-E6F9-C3A766B418FE}"/>
          </ac:spMkLst>
        </pc:spChg>
        <pc:inkChg chg="add del">
          <ac:chgData name="Beketova Anna" userId="89166af0195635a1" providerId="Windows Live" clId="Web-{E6E28BBF-D1F2-4A2C-8A2F-F801F25AFE08}" dt="2025-01-20T13:48:35.597" v="413"/>
          <ac:inkMkLst>
            <pc:docMk/>
            <pc:sldMk cId="2085725190" sldId="264"/>
            <ac:inkMk id="7" creationId="{C684FB41-A4E8-D743-4D9F-2631DD9583B6}"/>
          </ac:inkMkLst>
        </pc:inkChg>
        <pc:inkChg chg="add del">
          <ac:chgData name="Beketova Anna" userId="89166af0195635a1" providerId="Windows Live" clId="Web-{E6E28BBF-D1F2-4A2C-8A2F-F801F25AFE08}" dt="2025-01-20T13:48:33.440" v="412"/>
          <ac:inkMkLst>
            <pc:docMk/>
            <pc:sldMk cId="2085725190" sldId="264"/>
            <ac:inkMk id="10" creationId="{FAEFC72D-C7CC-EEE5-662C-ED5824A7E5E2}"/>
          </ac:inkMkLst>
        </pc:inkChg>
        <pc:inkChg chg="add del">
          <ac:chgData name="Beketova Anna" userId="89166af0195635a1" providerId="Windows Live" clId="Web-{E6E28BBF-D1F2-4A2C-8A2F-F801F25AFE08}" dt="2025-01-20T13:48:33.440" v="411"/>
          <ac:inkMkLst>
            <pc:docMk/>
            <pc:sldMk cId="2085725190" sldId="264"/>
            <ac:inkMk id="11" creationId="{A630862B-3BE6-6328-B7A0-3B1E660CE485}"/>
          </ac:inkMkLst>
        </pc:inkChg>
        <pc:inkChg chg="add">
          <ac:chgData name="Beketova Anna" userId="89166af0195635a1" providerId="Windows Live" clId="Web-{E6E28BBF-D1F2-4A2C-8A2F-F801F25AFE08}" dt="2025-01-20T13:50:29.397" v="426"/>
          <ac:inkMkLst>
            <pc:docMk/>
            <pc:sldMk cId="2085725190" sldId="264"/>
            <ac:inkMk id="12" creationId="{088193CF-601F-5D2F-98A8-14178A78A0DD}"/>
          </ac:inkMkLst>
        </pc:inkChg>
      </pc:sldChg>
      <pc:sldChg chg="addSp modSp new">
        <pc:chgData name="Beketova Anna" userId="89166af0195635a1" providerId="Windows Live" clId="Web-{E6E28BBF-D1F2-4A2C-8A2F-F801F25AFE08}" dt="2025-01-20T13:58:12.598" v="543"/>
        <pc:sldMkLst>
          <pc:docMk/>
          <pc:sldMk cId="2048780357" sldId="265"/>
        </pc:sldMkLst>
        <pc:spChg chg="mod">
          <ac:chgData name="Beketova Anna" userId="89166af0195635a1" providerId="Windows Live" clId="Web-{E6E28BBF-D1F2-4A2C-8A2F-F801F25AFE08}" dt="2025-01-20T13:52:05.150" v="455" actId="20577"/>
          <ac:spMkLst>
            <pc:docMk/>
            <pc:sldMk cId="2048780357" sldId="265"/>
            <ac:spMk id="2" creationId="{0E13C856-0FC2-C037-4923-70E96DA4ADE1}"/>
          </ac:spMkLst>
        </pc:spChg>
        <pc:spChg chg="mod">
          <ac:chgData name="Beketova Anna" userId="89166af0195635a1" providerId="Windows Live" clId="Web-{E6E28BBF-D1F2-4A2C-8A2F-F801F25AFE08}" dt="2025-01-20T13:52:34.900" v="460" actId="20577"/>
          <ac:spMkLst>
            <pc:docMk/>
            <pc:sldMk cId="2048780357" sldId="265"/>
            <ac:spMk id="3" creationId="{C07BCDE2-4B7B-FF56-E3EE-DDFE7F0BD660}"/>
          </ac:spMkLst>
        </pc:spChg>
        <pc:picChg chg="add mod">
          <ac:chgData name="Beketova Anna" userId="89166af0195635a1" providerId="Windows Live" clId="Web-{E6E28BBF-D1F2-4A2C-8A2F-F801F25AFE08}" dt="2025-01-20T13:52:45.260" v="464" actId="1076"/>
          <ac:picMkLst>
            <pc:docMk/>
            <pc:sldMk cId="2048780357" sldId="265"/>
            <ac:picMk id="7" creationId="{F21C5E66-9092-646C-13CC-88DF9254D37C}"/>
          </ac:picMkLst>
        </pc:picChg>
        <pc:picChg chg="add">
          <ac:chgData name="Beketova Anna" userId="89166af0195635a1" providerId="Windows Live" clId="Web-{E6E28BBF-D1F2-4A2C-8A2F-F801F25AFE08}" dt="2025-01-20T13:58:12.598" v="543"/>
          <ac:picMkLst>
            <pc:docMk/>
            <pc:sldMk cId="2048780357" sldId="265"/>
            <ac:picMk id="9" creationId="{763D2BE7-7692-7CEA-9F83-8EB6C47B498C}"/>
          </ac:picMkLst>
        </pc:picChg>
      </pc:sldChg>
      <pc:sldChg chg="addSp delSp modSp new add del">
        <pc:chgData name="Beketova Anna" userId="89166af0195635a1" providerId="Windows Live" clId="Web-{E6E28BBF-D1F2-4A2C-8A2F-F801F25AFE08}" dt="2025-01-20T13:56:33.501" v="541" actId="1076"/>
        <pc:sldMkLst>
          <pc:docMk/>
          <pc:sldMk cId="3448770614" sldId="266"/>
        </pc:sldMkLst>
        <pc:spChg chg="mod">
          <ac:chgData name="Beketova Anna" userId="89166af0195635a1" providerId="Windows Live" clId="Web-{E6E28BBF-D1F2-4A2C-8A2F-F801F25AFE08}" dt="2025-01-20T13:53:18.089" v="483" actId="20577"/>
          <ac:spMkLst>
            <pc:docMk/>
            <pc:sldMk cId="3448770614" sldId="266"/>
            <ac:spMk id="2" creationId="{9FC22B6B-66E4-DD7F-6CF3-9764D845510D}"/>
          </ac:spMkLst>
        </pc:spChg>
        <pc:spChg chg="del">
          <ac:chgData name="Beketova Anna" userId="89166af0195635a1" providerId="Windows Live" clId="Web-{E6E28BBF-D1F2-4A2C-8A2F-F801F25AFE08}" dt="2025-01-20T13:55:27.109" v="531"/>
          <ac:spMkLst>
            <pc:docMk/>
            <pc:sldMk cId="3448770614" sldId="266"/>
            <ac:spMk id="3" creationId="{BF1BC7D2-A83E-3791-61A0-E19E6C63C1BF}"/>
          </ac:spMkLst>
        </pc:spChg>
        <pc:picChg chg="add mod ord">
          <ac:chgData name="Beketova Anna" userId="89166af0195635a1" providerId="Windows Live" clId="Web-{E6E28BBF-D1F2-4A2C-8A2F-F801F25AFE08}" dt="2025-01-20T13:56:33.501" v="541" actId="1076"/>
          <ac:picMkLst>
            <pc:docMk/>
            <pc:sldMk cId="3448770614" sldId="266"/>
            <ac:picMk id="7" creationId="{235C7393-27D7-8C93-0292-56AB8E3648A0}"/>
          </ac:picMkLst>
        </pc:picChg>
        <pc:picChg chg="add">
          <ac:chgData name="Beketova Anna" userId="89166af0195635a1" providerId="Windows Live" clId="Web-{E6E28BBF-D1F2-4A2C-8A2F-F801F25AFE08}" dt="2025-01-20T13:55:53.219" v="538"/>
          <ac:picMkLst>
            <pc:docMk/>
            <pc:sldMk cId="3448770614" sldId="266"/>
            <ac:picMk id="9" creationId="{7B7BAFE9-6975-39F5-E4AF-BEB1A046184B}"/>
          </ac:picMkLst>
        </pc:picChg>
      </pc:sldChg>
      <pc:sldChg chg="addSp delSp modSp new">
        <pc:chgData name="Beketova Anna" userId="89166af0195635a1" providerId="Windows Live" clId="Web-{E6E28BBF-D1F2-4A2C-8A2F-F801F25AFE08}" dt="2025-01-20T14:01:22.854" v="583" actId="20577"/>
        <pc:sldMkLst>
          <pc:docMk/>
          <pc:sldMk cId="3011135351" sldId="267"/>
        </pc:sldMkLst>
        <pc:spChg chg="mod">
          <ac:chgData name="Beketova Anna" userId="89166af0195635a1" providerId="Windows Live" clId="Web-{E6E28BBF-D1F2-4A2C-8A2F-F801F25AFE08}" dt="2025-01-20T14:01:22.854" v="583" actId="20577"/>
          <ac:spMkLst>
            <pc:docMk/>
            <pc:sldMk cId="3011135351" sldId="267"/>
            <ac:spMk id="2" creationId="{6A226400-FC79-6BA6-BB72-47E6787DEB0A}"/>
          </ac:spMkLst>
        </pc:spChg>
        <pc:spChg chg="add del">
          <ac:chgData name="Beketova Anna" userId="89166af0195635a1" providerId="Windows Live" clId="Web-{E6E28BBF-D1F2-4A2C-8A2F-F801F25AFE08}" dt="2025-01-20T14:00:27.118" v="562"/>
          <ac:spMkLst>
            <pc:docMk/>
            <pc:sldMk cId="3011135351" sldId="267"/>
            <ac:spMk id="3" creationId="{955AE13B-1193-6010-0C7A-C1B88B18364E}"/>
          </ac:spMkLst>
        </pc:spChg>
        <pc:picChg chg="add">
          <ac:chgData name="Beketova Anna" userId="89166af0195635a1" providerId="Windows Live" clId="Web-{E6E28BBF-D1F2-4A2C-8A2F-F801F25AFE08}" dt="2025-01-20T13:58:17.286" v="544"/>
          <ac:picMkLst>
            <pc:docMk/>
            <pc:sldMk cId="3011135351" sldId="267"/>
            <ac:picMk id="8" creationId="{56F70598-FA06-1E53-337C-A33F40D417E1}"/>
          </ac:picMkLst>
        </pc:picChg>
        <pc:picChg chg="add del mod ord">
          <ac:chgData name="Beketova Anna" userId="89166af0195635a1" providerId="Windows Live" clId="Web-{E6E28BBF-D1F2-4A2C-8A2F-F801F25AFE08}" dt="2025-01-20T13:58:36.927" v="557"/>
          <ac:picMkLst>
            <pc:docMk/>
            <pc:sldMk cId="3011135351" sldId="267"/>
            <ac:picMk id="9" creationId="{AF94A58A-AB71-BF3E-4A55-832DBD1A3081}"/>
          </ac:picMkLst>
        </pc:picChg>
        <pc:picChg chg="add del mod ord">
          <ac:chgData name="Beketova Anna" userId="89166af0195635a1" providerId="Windows Live" clId="Web-{E6E28BBF-D1F2-4A2C-8A2F-F801F25AFE08}" dt="2025-01-20T13:58:43.740" v="559"/>
          <ac:picMkLst>
            <pc:docMk/>
            <pc:sldMk cId="3011135351" sldId="267"/>
            <ac:picMk id="10" creationId="{A9755335-A50D-6A2A-3AFF-C54B2C3314AE}"/>
          </ac:picMkLst>
        </pc:picChg>
        <pc:picChg chg="add del mod ord">
          <ac:chgData name="Beketova Anna" userId="89166af0195635a1" providerId="Windows Live" clId="Web-{E6E28BBF-D1F2-4A2C-8A2F-F801F25AFE08}" dt="2025-01-20T13:59:20.975" v="561"/>
          <ac:picMkLst>
            <pc:docMk/>
            <pc:sldMk cId="3011135351" sldId="267"/>
            <ac:picMk id="11" creationId="{9FF6D2AE-8485-014C-1574-A25F22E47D24}"/>
          </ac:picMkLst>
        </pc:picChg>
        <pc:picChg chg="add mod ord">
          <ac:chgData name="Beketova Anna" userId="89166af0195635a1" providerId="Windows Live" clId="Web-{E6E28BBF-D1F2-4A2C-8A2F-F801F25AFE08}" dt="2025-01-20T14:00:33.852" v="564" actId="14100"/>
          <ac:picMkLst>
            <pc:docMk/>
            <pc:sldMk cId="3011135351" sldId="267"/>
            <ac:picMk id="12" creationId="{10629D4F-FEE6-3920-D975-C9BAFBB23603}"/>
          </ac:picMkLst>
        </pc:picChg>
      </pc:sldChg>
      <pc:sldChg chg="addSp modSp new">
        <pc:chgData name="Beketova Anna" userId="89166af0195635a1" providerId="Windows Live" clId="Web-{E6E28BBF-D1F2-4A2C-8A2F-F801F25AFE08}" dt="2025-01-20T14:04:35.109" v="739" actId="20577"/>
        <pc:sldMkLst>
          <pc:docMk/>
          <pc:sldMk cId="1191711139" sldId="268"/>
        </pc:sldMkLst>
        <pc:spChg chg="mod">
          <ac:chgData name="Beketova Anna" userId="89166af0195635a1" providerId="Windows Live" clId="Web-{E6E28BBF-D1F2-4A2C-8A2F-F801F25AFE08}" dt="2025-01-20T14:04:35.109" v="739" actId="20577"/>
          <ac:spMkLst>
            <pc:docMk/>
            <pc:sldMk cId="1191711139" sldId="268"/>
            <ac:spMk id="2" creationId="{7F49CF5F-2620-8636-124C-4E253C828F98}"/>
          </ac:spMkLst>
        </pc:spChg>
        <pc:spChg chg="mod">
          <ac:chgData name="Beketova Anna" userId="89166af0195635a1" providerId="Windows Live" clId="Web-{E6E28BBF-D1F2-4A2C-8A2F-F801F25AFE08}" dt="2025-01-20T14:04:03.343" v="715" actId="20577"/>
          <ac:spMkLst>
            <pc:docMk/>
            <pc:sldMk cId="1191711139" sldId="268"/>
            <ac:spMk id="3" creationId="{56097241-46A9-5359-9EE5-084CB745EA83}"/>
          </ac:spMkLst>
        </pc:spChg>
        <pc:picChg chg="add">
          <ac:chgData name="Beketova Anna" userId="89166af0195635a1" providerId="Windows Live" clId="Web-{E6E28BBF-D1F2-4A2C-8A2F-F801F25AFE08}" dt="2025-01-20T14:00:44.040" v="566"/>
          <ac:picMkLst>
            <pc:docMk/>
            <pc:sldMk cId="1191711139" sldId="268"/>
            <ac:picMk id="8" creationId="{7F4BD505-C142-F151-024C-A320354D7FB2}"/>
          </ac:picMkLst>
        </pc:picChg>
      </pc:sldChg>
      <pc:sldChg chg="addSp delSp modSp new">
        <pc:chgData name="Beketova Anna" userId="89166af0195635a1" providerId="Windows Live" clId="Web-{E6E28BBF-D1F2-4A2C-8A2F-F801F25AFE08}" dt="2025-01-20T14:05:04.282" v="746" actId="1076"/>
        <pc:sldMkLst>
          <pc:docMk/>
          <pc:sldMk cId="22147776" sldId="269"/>
        </pc:sldMkLst>
        <pc:spChg chg="mod">
          <ac:chgData name="Beketova Anna" userId="89166af0195635a1" providerId="Windows Live" clId="Web-{E6E28BBF-D1F2-4A2C-8A2F-F801F25AFE08}" dt="2025-01-20T14:05:04.282" v="746" actId="1076"/>
          <ac:spMkLst>
            <pc:docMk/>
            <pc:sldMk cId="22147776" sldId="269"/>
            <ac:spMk id="2" creationId="{AC8FE61B-85DD-E5A8-AD6E-C0205D176B77}"/>
          </ac:spMkLst>
        </pc:spChg>
        <pc:spChg chg="del">
          <ac:chgData name="Beketova Anna" userId="89166af0195635a1" providerId="Windows Live" clId="Web-{E6E28BBF-D1F2-4A2C-8A2F-F801F25AFE08}" dt="2025-01-20T14:04:47.250" v="741"/>
          <ac:spMkLst>
            <pc:docMk/>
            <pc:sldMk cId="22147776" sldId="269"/>
            <ac:spMk id="3" creationId="{3EF2A9DB-5390-93A6-DA0C-411C98334E9D}"/>
          </ac:spMkLst>
        </pc:spChg>
        <pc:picChg chg="add">
          <ac:chgData name="Beketova Anna" userId="89166af0195635a1" providerId="Windows Live" clId="Web-{E6E28BBF-D1F2-4A2C-8A2F-F801F25AFE08}" dt="2025-01-20T14:04:13.499" v="717"/>
          <ac:picMkLst>
            <pc:docMk/>
            <pc:sldMk cId="22147776" sldId="269"/>
            <ac:picMk id="8" creationId="{B6A6B840-A2AB-6FF0-CFA0-E4226422BF2D}"/>
          </ac:picMkLst>
        </pc:picChg>
      </pc:sldChg>
      <pc:sldMasterChg chg="del delSldLayout">
        <pc:chgData name="Beketova Anna" userId="89166af0195635a1" providerId="Windows Live" clId="Web-{E6E28BBF-D1F2-4A2C-8A2F-F801F25AFE08}" dt="2025-01-20T13:30:21.596" v="17"/>
        <pc:sldMasterMkLst>
          <pc:docMk/>
          <pc:sldMasterMk cId="3154979492" sldId="2147483648"/>
        </pc:sldMasterMkLst>
        <pc:sldLayoutChg chg="del">
          <pc:chgData name="Beketova Anna" userId="89166af0195635a1" providerId="Windows Live" clId="Web-{E6E28BBF-D1F2-4A2C-8A2F-F801F25AFE08}" dt="2025-01-20T13:30:21.596" v="17"/>
          <pc:sldLayoutMkLst>
            <pc:docMk/>
            <pc:sldMasterMk cId="3154979492" sldId="2147483648"/>
            <pc:sldLayoutMk cId="161079921" sldId="2147483649"/>
          </pc:sldLayoutMkLst>
        </pc:sldLayoutChg>
        <pc:sldLayoutChg chg="del">
          <pc:chgData name="Beketova Anna" userId="89166af0195635a1" providerId="Windows Live" clId="Web-{E6E28BBF-D1F2-4A2C-8A2F-F801F25AFE08}" dt="2025-01-20T13:30:21.596" v="17"/>
          <pc:sldLayoutMkLst>
            <pc:docMk/>
            <pc:sldMasterMk cId="3154979492" sldId="2147483648"/>
            <pc:sldLayoutMk cId="2703711724" sldId="2147483650"/>
          </pc:sldLayoutMkLst>
        </pc:sldLayoutChg>
        <pc:sldLayoutChg chg="del">
          <pc:chgData name="Beketova Anna" userId="89166af0195635a1" providerId="Windows Live" clId="Web-{E6E28BBF-D1F2-4A2C-8A2F-F801F25AFE08}" dt="2025-01-20T13:30:21.596" v="17"/>
          <pc:sldLayoutMkLst>
            <pc:docMk/>
            <pc:sldMasterMk cId="3154979492" sldId="2147483648"/>
            <pc:sldLayoutMk cId="4076369896" sldId="2147483651"/>
          </pc:sldLayoutMkLst>
        </pc:sldLayoutChg>
        <pc:sldLayoutChg chg="del">
          <pc:chgData name="Beketova Anna" userId="89166af0195635a1" providerId="Windows Live" clId="Web-{E6E28BBF-D1F2-4A2C-8A2F-F801F25AFE08}" dt="2025-01-20T13:30:21.596" v="17"/>
          <pc:sldLayoutMkLst>
            <pc:docMk/>
            <pc:sldMasterMk cId="3154979492" sldId="2147483648"/>
            <pc:sldLayoutMk cId="2625762208" sldId="2147483652"/>
          </pc:sldLayoutMkLst>
        </pc:sldLayoutChg>
        <pc:sldLayoutChg chg="del">
          <pc:chgData name="Beketova Anna" userId="89166af0195635a1" providerId="Windows Live" clId="Web-{E6E28BBF-D1F2-4A2C-8A2F-F801F25AFE08}" dt="2025-01-20T13:30:21.596" v="17"/>
          <pc:sldLayoutMkLst>
            <pc:docMk/>
            <pc:sldMasterMk cId="3154979492" sldId="2147483648"/>
            <pc:sldLayoutMk cId="188002762" sldId="2147483653"/>
          </pc:sldLayoutMkLst>
        </pc:sldLayoutChg>
        <pc:sldLayoutChg chg="del">
          <pc:chgData name="Beketova Anna" userId="89166af0195635a1" providerId="Windows Live" clId="Web-{E6E28BBF-D1F2-4A2C-8A2F-F801F25AFE08}" dt="2025-01-20T13:30:21.596" v="17"/>
          <pc:sldLayoutMkLst>
            <pc:docMk/>
            <pc:sldMasterMk cId="3154979492" sldId="2147483648"/>
            <pc:sldLayoutMk cId="2295335545" sldId="2147483654"/>
          </pc:sldLayoutMkLst>
        </pc:sldLayoutChg>
        <pc:sldLayoutChg chg="del">
          <pc:chgData name="Beketova Anna" userId="89166af0195635a1" providerId="Windows Live" clId="Web-{E6E28BBF-D1F2-4A2C-8A2F-F801F25AFE08}" dt="2025-01-20T13:30:21.596" v="17"/>
          <pc:sldLayoutMkLst>
            <pc:docMk/>
            <pc:sldMasterMk cId="3154979492" sldId="2147483648"/>
            <pc:sldLayoutMk cId="1988754143" sldId="2147483655"/>
          </pc:sldLayoutMkLst>
        </pc:sldLayoutChg>
        <pc:sldLayoutChg chg="del">
          <pc:chgData name="Beketova Anna" userId="89166af0195635a1" providerId="Windows Live" clId="Web-{E6E28BBF-D1F2-4A2C-8A2F-F801F25AFE08}" dt="2025-01-20T13:30:21.596" v="17"/>
          <pc:sldLayoutMkLst>
            <pc:docMk/>
            <pc:sldMasterMk cId="3154979492" sldId="2147483648"/>
            <pc:sldLayoutMk cId="3665695281" sldId="2147483656"/>
          </pc:sldLayoutMkLst>
        </pc:sldLayoutChg>
        <pc:sldLayoutChg chg="del">
          <pc:chgData name="Beketova Anna" userId="89166af0195635a1" providerId="Windows Live" clId="Web-{E6E28BBF-D1F2-4A2C-8A2F-F801F25AFE08}" dt="2025-01-20T13:30:21.596" v="17"/>
          <pc:sldLayoutMkLst>
            <pc:docMk/>
            <pc:sldMasterMk cId="3154979492" sldId="2147483648"/>
            <pc:sldLayoutMk cId="2134169247" sldId="2147483657"/>
          </pc:sldLayoutMkLst>
        </pc:sldLayoutChg>
        <pc:sldLayoutChg chg="del">
          <pc:chgData name="Beketova Anna" userId="89166af0195635a1" providerId="Windows Live" clId="Web-{E6E28BBF-D1F2-4A2C-8A2F-F801F25AFE08}" dt="2025-01-20T13:30:21.596" v="17"/>
          <pc:sldLayoutMkLst>
            <pc:docMk/>
            <pc:sldMasterMk cId="3154979492" sldId="2147483648"/>
            <pc:sldLayoutMk cId="2065727480" sldId="2147483658"/>
          </pc:sldLayoutMkLst>
        </pc:sldLayoutChg>
        <pc:sldLayoutChg chg="del">
          <pc:chgData name="Beketova Anna" userId="89166af0195635a1" providerId="Windows Live" clId="Web-{E6E28BBF-D1F2-4A2C-8A2F-F801F25AFE08}" dt="2025-01-20T13:30:21.596" v="17"/>
          <pc:sldLayoutMkLst>
            <pc:docMk/>
            <pc:sldMasterMk cId="3154979492" sldId="2147483648"/>
            <pc:sldLayoutMk cId="812261758" sldId="2147483659"/>
          </pc:sldLayoutMkLst>
        </pc:sldLayoutChg>
      </pc:sldMasterChg>
      <pc:sldMasterChg chg="add del addSldLayout delSldLayout modSldLayout">
        <pc:chgData name="Beketova Anna" userId="89166af0195635a1" providerId="Windows Live" clId="Web-{E6E28BBF-D1F2-4A2C-8A2F-F801F25AFE08}" dt="2025-01-20T13:31:22.941" v="22"/>
        <pc:sldMasterMkLst>
          <pc:docMk/>
          <pc:sldMasterMk cId="2781724675" sldId="2147483660"/>
        </pc:sldMasterMkLst>
        <pc:sldLayoutChg chg="add del mod replId">
          <pc:chgData name="Beketova Anna" userId="89166af0195635a1" providerId="Windows Live" clId="Web-{E6E28BBF-D1F2-4A2C-8A2F-F801F25AFE08}" dt="2025-01-20T13:31:22.941" v="22"/>
          <pc:sldLayoutMkLst>
            <pc:docMk/>
            <pc:sldMasterMk cId="2781724675" sldId="2147483660"/>
            <pc:sldLayoutMk cId="330349496" sldId="2147483661"/>
          </pc:sldLayoutMkLst>
        </pc:sldLayoutChg>
        <pc:sldLayoutChg chg="add del mod replId">
          <pc:chgData name="Beketova Anna" userId="89166af0195635a1" providerId="Windows Live" clId="Web-{E6E28BBF-D1F2-4A2C-8A2F-F801F25AFE08}" dt="2025-01-20T13:31:22.941" v="22"/>
          <pc:sldLayoutMkLst>
            <pc:docMk/>
            <pc:sldMasterMk cId="2781724675" sldId="2147483660"/>
            <pc:sldLayoutMk cId="249491954" sldId="2147483662"/>
          </pc:sldLayoutMkLst>
        </pc:sldLayoutChg>
        <pc:sldLayoutChg chg="add del mod replId">
          <pc:chgData name="Beketova Anna" userId="89166af0195635a1" providerId="Windows Live" clId="Web-{E6E28BBF-D1F2-4A2C-8A2F-F801F25AFE08}" dt="2025-01-20T13:31:22.941" v="22"/>
          <pc:sldLayoutMkLst>
            <pc:docMk/>
            <pc:sldMasterMk cId="2781724675" sldId="2147483660"/>
            <pc:sldLayoutMk cId="3116741038" sldId="2147483663"/>
          </pc:sldLayoutMkLst>
        </pc:sldLayoutChg>
        <pc:sldLayoutChg chg="add del mod replId">
          <pc:chgData name="Beketova Anna" userId="89166af0195635a1" providerId="Windows Live" clId="Web-{E6E28BBF-D1F2-4A2C-8A2F-F801F25AFE08}" dt="2025-01-20T13:31:22.941" v="22"/>
          <pc:sldLayoutMkLst>
            <pc:docMk/>
            <pc:sldMasterMk cId="2781724675" sldId="2147483660"/>
            <pc:sldLayoutMk cId="1470778947" sldId="2147483664"/>
          </pc:sldLayoutMkLst>
        </pc:sldLayoutChg>
        <pc:sldLayoutChg chg="add del mod replId">
          <pc:chgData name="Beketova Anna" userId="89166af0195635a1" providerId="Windows Live" clId="Web-{E6E28BBF-D1F2-4A2C-8A2F-F801F25AFE08}" dt="2025-01-20T13:31:22.941" v="22"/>
          <pc:sldLayoutMkLst>
            <pc:docMk/>
            <pc:sldMasterMk cId="2781724675" sldId="2147483660"/>
            <pc:sldLayoutMk cId="2363357980" sldId="2147483665"/>
          </pc:sldLayoutMkLst>
        </pc:sldLayoutChg>
        <pc:sldLayoutChg chg="add del mod replId">
          <pc:chgData name="Beketova Anna" userId="89166af0195635a1" providerId="Windows Live" clId="Web-{E6E28BBF-D1F2-4A2C-8A2F-F801F25AFE08}" dt="2025-01-20T13:31:22.941" v="22"/>
          <pc:sldLayoutMkLst>
            <pc:docMk/>
            <pc:sldMasterMk cId="2781724675" sldId="2147483660"/>
            <pc:sldLayoutMk cId="3064108476" sldId="2147483666"/>
          </pc:sldLayoutMkLst>
        </pc:sldLayoutChg>
        <pc:sldLayoutChg chg="add del mod replId">
          <pc:chgData name="Beketova Anna" userId="89166af0195635a1" providerId="Windows Live" clId="Web-{E6E28BBF-D1F2-4A2C-8A2F-F801F25AFE08}" dt="2025-01-20T13:31:22.941" v="22"/>
          <pc:sldLayoutMkLst>
            <pc:docMk/>
            <pc:sldMasterMk cId="2781724675" sldId="2147483660"/>
            <pc:sldLayoutMk cId="1985088805" sldId="2147483667"/>
          </pc:sldLayoutMkLst>
        </pc:sldLayoutChg>
        <pc:sldLayoutChg chg="add del mod replId">
          <pc:chgData name="Beketova Anna" userId="89166af0195635a1" providerId="Windows Live" clId="Web-{E6E28BBF-D1F2-4A2C-8A2F-F801F25AFE08}" dt="2025-01-20T13:31:22.941" v="22"/>
          <pc:sldLayoutMkLst>
            <pc:docMk/>
            <pc:sldMasterMk cId="2781724675" sldId="2147483660"/>
            <pc:sldLayoutMk cId="972670190" sldId="2147483668"/>
          </pc:sldLayoutMkLst>
        </pc:sldLayoutChg>
        <pc:sldLayoutChg chg="add del mod replId">
          <pc:chgData name="Beketova Anna" userId="89166af0195635a1" providerId="Windows Live" clId="Web-{E6E28BBF-D1F2-4A2C-8A2F-F801F25AFE08}" dt="2025-01-20T13:31:22.941" v="22"/>
          <pc:sldLayoutMkLst>
            <pc:docMk/>
            <pc:sldMasterMk cId="2781724675" sldId="2147483660"/>
            <pc:sldLayoutMk cId="1566042376" sldId="2147483669"/>
          </pc:sldLayoutMkLst>
        </pc:sldLayoutChg>
        <pc:sldLayoutChg chg="add del mod replId">
          <pc:chgData name="Beketova Anna" userId="89166af0195635a1" providerId="Windows Live" clId="Web-{E6E28BBF-D1F2-4A2C-8A2F-F801F25AFE08}" dt="2025-01-20T13:31:22.941" v="22"/>
          <pc:sldLayoutMkLst>
            <pc:docMk/>
            <pc:sldMasterMk cId="2781724675" sldId="2147483660"/>
            <pc:sldLayoutMk cId="1553467091" sldId="2147483670"/>
          </pc:sldLayoutMkLst>
        </pc:sldLayoutChg>
        <pc:sldLayoutChg chg="add del mod replId">
          <pc:chgData name="Beketova Anna" userId="89166af0195635a1" providerId="Windows Live" clId="Web-{E6E28BBF-D1F2-4A2C-8A2F-F801F25AFE08}" dt="2025-01-20T13:31:22.941" v="22"/>
          <pc:sldLayoutMkLst>
            <pc:docMk/>
            <pc:sldMasterMk cId="2781724675" sldId="2147483660"/>
            <pc:sldLayoutMk cId="1488184507" sldId="2147483671"/>
          </pc:sldLayoutMkLst>
        </pc:sldLayoutChg>
      </pc:sldMasterChg>
      <pc:sldMasterChg chg="add del addSldLayout delSldLayout modSldLayout">
        <pc:chgData name="Beketova Anna" userId="89166af0195635a1" providerId="Windows Live" clId="Web-{E6E28BBF-D1F2-4A2C-8A2F-F801F25AFE08}" dt="2025-01-20T13:31:37.207" v="23"/>
        <pc:sldMasterMkLst>
          <pc:docMk/>
          <pc:sldMasterMk cId="3126303231" sldId="2147483672"/>
        </pc:sldMasterMkLst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1436459191" sldId="2147483673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1788516043" sldId="2147483674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822724025" sldId="2147483675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2421491678" sldId="2147483676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1736723613" sldId="2147483677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828780409" sldId="2147483678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2542337678" sldId="2147483679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580681956" sldId="2147483680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1397723689" sldId="2147483681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2640925134" sldId="2147483682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2159980248" sldId="2147483683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1395311509" sldId="2147483684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514149251" sldId="2147483685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4217685443" sldId="2147483686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3837827665" sldId="2147483687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416269413" sldId="2147483688"/>
          </pc:sldLayoutMkLst>
        </pc:sldLayoutChg>
        <pc:sldLayoutChg chg="add del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126303231" sldId="2147483672"/>
            <pc:sldLayoutMk cId="3129456058" sldId="2147483689"/>
          </pc:sldLayoutMkLst>
        </pc:sldLayoutChg>
      </pc:sldMasterChg>
      <pc:sldMasterChg chg="add addSldLayout modSldLayout">
        <pc:chgData name="Beketova Anna" userId="89166af0195635a1" providerId="Windows Live" clId="Web-{E6E28BBF-D1F2-4A2C-8A2F-F801F25AFE08}" dt="2025-01-20T13:31:37.207" v="23"/>
        <pc:sldMasterMkLst>
          <pc:docMk/>
          <pc:sldMasterMk cId="3653654555" sldId="2147483690"/>
        </pc:sldMasterMkLst>
        <pc:sldLayoutChg chg="add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653654555" sldId="2147483690"/>
            <pc:sldLayoutMk cId="1408525651" sldId="2147483691"/>
          </pc:sldLayoutMkLst>
        </pc:sldLayoutChg>
        <pc:sldLayoutChg chg="add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653654555" sldId="2147483690"/>
            <pc:sldLayoutMk cId="651707546" sldId="2147483692"/>
          </pc:sldLayoutMkLst>
        </pc:sldLayoutChg>
        <pc:sldLayoutChg chg="add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653654555" sldId="2147483690"/>
            <pc:sldLayoutMk cId="3784929503" sldId="2147483693"/>
          </pc:sldLayoutMkLst>
        </pc:sldLayoutChg>
        <pc:sldLayoutChg chg="add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653654555" sldId="2147483690"/>
            <pc:sldLayoutMk cId="2036681024" sldId="2147483694"/>
          </pc:sldLayoutMkLst>
        </pc:sldLayoutChg>
        <pc:sldLayoutChg chg="add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653654555" sldId="2147483690"/>
            <pc:sldLayoutMk cId="54713728" sldId="2147483695"/>
          </pc:sldLayoutMkLst>
        </pc:sldLayoutChg>
        <pc:sldLayoutChg chg="add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653654555" sldId="2147483690"/>
            <pc:sldLayoutMk cId="2410339146" sldId="2147483696"/>
          </pc:sldLayoutMkLst>
        </pc:sldLayoutChg>
        <pc:sldLayoutChg chg="add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653654555" sldId="2147483690"/>
            <pc:sldLayoutMk cId="4236867729" sldId="2147483697"/>
          </pc:sldLayoutMkLst>
        </pc:sldLayoutChg>
        <pc:sldLayoutChg chg="add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653654555" sldId="2147483690"/>
            <pc:sldLayoutMk cId="3233612833" sldId="2147483698"/>
          </pc:sldLayoutMkLst>
        </pc:sldLayoutChg>
        <pc:sldLayoutChg chg="add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653654555" sldId="2147483690"/>
            <pc:sldLayoutMk cId="552044332" sldId="2147483699"/>
          </pc:sldLayoutMkLst>
        </pc:sldLayoutChg>
        <pc:sldLayoutChg chg="add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653654555" sldId="2147483690"/>
            <pc:sldLayoutMk cId="3092551026" sldId="2147483700"/>
          </pc:sldLayoutMkLst>
        </pc:sldLayoutChg>
        <pc:sldLayoutChg chg="add mod replId">
          <pc:chgData name="Beketova Anna" userId="89166af0195635a1" providerId="Windows Live" clId="Web-{E6E28BBF-D1F2-4A2C-8A2F-F801F25AFE08}" dt="2025-01-20T13:31:37.207" v="23"/>
          <pc:sldLayoutMkLst>
            <pc:docMk/>
            <pc:sldMasterMk cId="3653654555" sldId="2147483690"/>
            <pc:sldLayoutMk cId="935429595" sldId="2147483701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0T14:43:41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9446 10386 16383 0 0,'5'0'0'0'0,"12"0"0"0"0,8 0 0 0 0,16 0 0 0 0,26 0 0 0 0,22 0 0 0 0,32 0 0 0 0,32 0 0 0 0,46 0 0 0 0,41 0 0 0 0,36 0 0 0 0,37 0 0 0 0,34 0 0 0 0,13 0 0 0 0,3 0 0 0 0,0 0 0 0 0,-9 0 0 0 0,-9 0 0 0 0,-11 0 0 0 0,-16 0 0 0 0,-22 0 0 0 0,-19 0 0 0 0,-21 0 0 0 0,-18 0 0 0 0,-14 0 0 0 0,-9 0 0 0 0,-9 0 0 0 0,-10 0 0 0 0,-7 0 0 0 0,0 0 0 0 0,-11 0 0 0 0,0 0 0 0 0,6 0 0 0 0,12 0 0 0 0,20 0 0 0 0,13 0 0 0 0,21 0 0 0 0,12 0 0 0 0,9 0 0 0 0,5 0 0 0 0,11 0 0 0 0,14 0 0 0 0,18 0 0 0 0,10 0 0 0 0,12 0 0 0 0,-1 0 0 0 0,3 0 0 0 0,16 0 0 0 0,8 0 0 0 0,8 0 0 0 0,3 0 0 0 0,3 0 0 0 0,-6 0 0 0 0,0 0 0 0 0,8 0 0 0 0,-4 0 0 0 0,-11 0 0 0 0,-5 0 0 0 0,-9 0 0 0 0,-2 0 0 0 0,-15 0 0 0 0,-13 0 0 0 0,-16 0 0 0 0,-19 0 0 0 0,-17 0 0 0 0,-14 0 0 0 0,-10 0 0 0 0,-6 0 0 0 0,3 0 0 0 0,-5 0 0 0 0,-7 0 0 0 0,-8 0 0 0 0,-10 0 0 0 0,-1 0 0 0 0,4 0 0 0 0,1 0 0 0 0,5 0 0 0 0,10 0 0 0 0,16 0 0 0 0,13 0 0 0 0,8 0 0 0 0,14 0 0 0 0,5 0 0 0 0,9 0 0 0 0,11 0 0 0 0,4 0 0 0 0,11 0 0 0 0,6 0 0 0 0,8 0 0 0 0,-1 0 0 0 0,3 0 0 0 0,-5 0 0 0 0,-14 0 0 0 0,-14 0 0 0 0,-19 0 0 0 0,-23 0 0 0 0,-20 0 0 0 0,-17 0 0 0 0,-26 0 0 0 0,-27 0 0 0 0,-28 0 0 0 0,-29 0 0 0 0,-24 0 0 0 0,-19 0 0 0 0,-11 0 0 0 0,-2 0 0 0 0,-1 0 0 0 0,5 0 0 0 0,6 0 0 0 0,5 0 0 0 0,11 0 0 0 0,11 0 0 0 0,4 0 0 0 0,4 0 0 0 0,0 0 0 0 0,-4 0 0 0 0,2 0 0 0 0,-2 0 0 0 0,-4 0 0 0 0,-8 0 0 0 0,-4 0 0 0 0,-7 0 0 0 0,-2 0 0 0 0,-4 0 0 0 0,1 0 0 0 0,-3 0 0 0 0,2 0 0 0 0,4 0 0 0 0,-6 0 0 0 0,-6 0 0 0 0,-9 0 0 0 0,-4 0 0 0 0,-1 0 0 0 0,-4 0 0 0 0,-6 0 0 0 0,1 0 0 0 0,3 0 0 0 0,3 0 0 0 0,4 0 0 0 0,-2 0 0 0 0,5 0 0 0 0,-1 0 0 0 0,-6 0 0 0 0,-6 0 0 0 0,-5 0 0 0 0,-4 0 0 0 0,-8 0 0 0 0,-4 0 0 0 0,0 0 0 0 0,6 0 0 0 0,3 0 0 0 0,1 0 0 0 0,1 0 0 0 0,-1 0 0 0 0,0 0 0 0 0,-2 0 0 0 0,0 0 0 0 0,0 0 0 0 0,-6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0T14:43:41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9366 11074 16383 0 0,'5'0'0'0'0,"13"0"0"0"0,17 0 0 0 0,25 0 0 0 0,32 0 0 0 0,41 0 0 0 0,46 0 0 0 0,47 0 0 0 0,53 0 0 0 0,46 0 0 0 0,40 0 0 0 0,24 0 0 0 0,13 0 0 0 0,10 0 0 0 0,2 0 0 0 0,-13 0 0 0 0,-13 0 0 0 0,-26 0 0 0 0,-28 0 0 0 0,-20 0 0 0 0,-22 0 0 0 0,-20 0 0 0 0,-14 0 0 0 0,-6 0 0 0 0,7 0 0 0 0,5 0 0 0 0,4 0 0 0 0,7 0 0 0 0,4 0 0 0 0,1 0 0 0 0,4 0 0 0 0,0 0 0 0 0,-3 0 0 0 0,9 0 0 0 0,5 0 0 0 0,5 0 0 0 0,13 0 0 0 0,19 0 0 0 0,21 0 0 0 0,17 0 0 0 0,18 0 0 0 0,9 0 0 0 0,4 0 0 0 0,2 0 0 0 0,-8 0 0 0 0,-3 0 0 0 0,4 0 0 0 0,1 0 0 0 0,0 0 0 0 0,4 0 0 0 0,2 0 0 0 0,8 0 0 0 0,2 0 0 0 0,-3 0 0 0 0,-9 0 0 0 0,-11 0 0 0 0,-16 0 0 0 0,-19 0 0 0 0,-14 0 0 0 0,-19 0 0 0 0,-12 0 0 0 0,-13 0 0 0 0,-16 0 0 0 0,-14 0 0 0 0,-12 0 0 0 0,-8 0 0 0 0,-5 0 0 0 0,-12 0 0 0 0,-15 0 0 0 0,-8 0 0 0 0,-3 0 0 0 0,-1 0 0 0 0,-3 0 0 0 0,-21 0 0 0 0,-19 0 0 0 0,-23 0 0 0 0,-24 0 0 0 0,-15 0 0 0 0,-9 0 0 0 0,-10 0 0 0 0,-8 0 0 0 0,-5 0 0 0 0,-4 0 0 0 0,3 0 0 0 0,5 0 0 0 0,13 0 0 0 0,6 0 0 0 0,15 0 0 0 0,9 0 0 0 0,7 0 0 0 0,13 0 0 0 0,11 0 0 0 0,5 0 0 0 0,9 0 0 0 0,3 0 0 0 0,5 0 0 0 0,1 0 0 0 0,6 0 0 0 0,12 0 0 0 0,3 0 0 0 0,2 0 0 0 0,-6 0 0 0 0,-3 0 0 0 0,-8 0 0 0 0,-1 0 0 0 0,-10 0 0 0 0,-7 0 0 0 0,-13 0 0 0 0,-17 0 0 0 0,-19 0 0 0 0,-16 0 0 0 0,-15 0 0 0 0,-14 0 0 0 0,-12 0 0 0 0,-4 0 0 0 0,-6 0 0 0 0,-3 0 0 0 0,-3 0 0 0 0,-1 0 0 0 0,-2 0 0 0 0,-1 0 0 0 0,0 0 0 0 0,1 0 0 0 0,-1 0 0 0 0,1 0 0 0 0,0 0 0 0 0,-10 0 0 0 0,-14 0 0 0 0,-12 0 0 0 0,-12 0 0 0 0,-6 0 0 0 0,-6 0 0 0 0,-2 0 0 0 0,0 0 0 0 0,-1 0 0 0 0,0 0 0 0 0,7 0 0 0 0,1 0 0 0 0,1 0 0 0 0,4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0T14:43:41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4286 5133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0T14:43:41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9340 10598 16383 0 0,'5'0'0'0'0,"12"0"0"0"0,3 0 0 0 0,9 0 0 0 0,14 0 0 0 0,26 0 0 0 0,27 0 0 0 0,28 0 0 0 0,24 0 0 0 0,22 0 0 0 0,24 0 0 0 0,20 0 0 0 0,19 0 0 0 0,18 0 0 0 0,6 0 0 0 0,0 0 0 0 0,-6 0 0 0 0,-16 0 0 0 0,-17 0 0 0 0,-25 0 0 0 0,-29 0 0 0 0,-34 0 0 0 0,-32 0 0 0 0,-29 0 0 0 0,-15 0 0 0 0,-12 0 0 0 0,-2 0 0 0 0,1 0 0 0 0,5 0 0 0 0,5 0 0 0 0,3 0 0 0 0,4 0 0 0 0,1 0 0 0 0,2 0 0 0 0,5 0 0 0 0,8 0 0 0 0,5 0 0 0 0,11 0 0 0 0,16 0 0 0 0,20 0 0 0 0,15 0 0 0 0,14 0 0 0 0,17 0 0 0 0,25 0 0 0 0,20 0 0 0 0,25 0 0 0 0,23 0 0 0 0,33 0 0 0 0,27 0 0 0 0,10 0 0 0 0,10 0 0 0 0,3 0 0 0 0,-7 0 0 0 0,-25 0 0 0 0,-35 0 0 0 0,-35 0 0 0 0,-39 0 0 0 0,-33 0 0 0 0,-32 0 0 0 0,-29 0 0 0 0,-13 0 0 0 0,-9 0 0 0 0,1 0 0 0 0,1 0 0 0 0,-1 0 0 0 0,5 0 0 0 0,2 0 0 0 0,4 0 0 0 0,0 0 0 0 0,3 0 0 0 0,4 0 0 0 0,4 0 0 0 0,3 0 0 0 0,3 0 0 0 0,6 0 0 0 0,12 0 0 0 0,9 0 0 0 0,10 0 0 0 0,20 0 0 0 0,26 0 0 0 0,101 0 0 0 0,41 0 0 0 0,13 0 0 0 0,-4 0 0 0 0,-4 0 0 0 0,-16 0 0 0 0,-14 0 0 0 0,-14 0 0 0 0,-18 0 0 0 0,-18 0 0 0 0,-7 0 0 0 0,-9 0 0 0 0,-5 0 0 0 0,-4 0 0 0 0,-13 0 0 0 0,-10 0 0 0 0,-17 0 0 0 0,-8 0 0 0 0,-5 0 0 0 0,4 0 0 0 0,1 0 0 0 0,2 0 0 0 0,9 0 0 0 0,10 0 0 0 0,9 0 0 0 0,2 0 0 0 0,-2 0 0 0 0,-9 0 0 0 0,-5 0 0 0 0,-3 0 0 0 0,-1 0 0 0 0,4 0 0 0 0,-2 0 0 0 0,-1 0 0 0 0,-1 0 0 0 0,-10 0 0 0 0,-3 0 0 0 0,7 0 0 0 0,4 0 0 0 0,4 0 0 0 0,-4 0 0 0 0,-1 0 0 0 0,0 0 0 0 0,2 0 0 0 0,-4 0 0 0 0,-6 0 0 0 0,-16 0 0 0 0,-18 0 0 0 0,-17 0 0 0 0,-2 0 0 0 0,5 0 0 0 0,2 0 0 0 0,7 0 0 0 0,2 0 0 0 0,4 0 0 0 0,0 0 0 0 0,8 0 0 0 0,10 0 0 0 0,10 0 0 0 0,-1 0 0 0 0,-9 0 0 0 0,-4 0 0 0 0,-6 0 0 0 0,-3 0 0 0 0,-4 0 0 0 0,37 0 0 0 0,14 0 0 0 0,-4 0 0 0 0,-7 0 0 0 0,-13 0 0 0 0,-8 0 0 0 0,-11 0 0 0 0,-3 0 0 0 0,-5 0 0 0 0,-1 0 0 0 0,-6 0 0 0 0,-11 0 0 0 0,-15 0 0 0 0,-15 0 0 0 0,-11 0 0 0 0,-14 0 0 0 0,-8 0 0 0 0,-2 0 0 0 0,-6 0 0 0 0,-5 0 0 0 0,-9 0 0 0 0,-12 0 0 0 0,-2 0 0 0 0,-1 0 0 0 0,-3 0 0 0 0,-3 0 0 0 0,0 0 0 0 0,-1 0 0 0 0,-2 0 0 0 0,-3 0 0 0 0,-3 0 0 0 0,-1 0 0 0 0,-1 0 0 0 0,-6 0 0 0 0,-3 0 0 0 0,2 0 0 0 0,0 0 0 0 0,2 0 0 0 0,2 0 0 0 0,1 0 0 0 0,1 0 0 0 0,-5 0 0 0 0,-2 0 0 0 0,6 0 0 0 0,9 0 0 0 0,2 0 0 0 0,5 0 0 0 0,0 0 0 0 0,-3 0 0 0 0,-3 0 0 0 0,-8 0 0 0 0,-5 0 0 0 0,-1 0 0 0 0,-4 0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525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707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92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68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1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33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86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61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044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55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429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65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87894" y="1514249"/>
            <a:ext cx="9515475" cy="2387600"/>
          </a:xfrm>
        </p:spPr>
        <p:txBody>
          <a:bodyPr>
            <a:normAutofit/>
          </a:bodyPr>
          <a:lstStyle/>
          <a:p>
            <a:r>
              <a:rPr lang="ru-RU" dirty="0"/>
              <a:t> </a:t>
            </a:r>
            <a:r>
              <a:rPr lang="ru-RU" b="1" dirty="0" err="1"/>
              <a:t>Embedding</a:t>
            </a:r>
            <a:r>
              <a:rPr lang="ru-RU" b="1" dirty="0"/>
              <a:t> </a:t>
            </a:r>
            <a:r>
              <a:rPr lang="ru-RU" b="1" dirty="0" err="1"/>
              <a:t>using</a:t>
            </a:r>
            <a:r>
              <a:rPr lang="ru-RU" b="1" dirty="0"/>
              <a:t> </a:t>
            </a:r>
            <a:r>
              <a:rPr lang="ru-RU" b="1" dirty="0" err="1"/>
              <a:t>Convolutional</a:t>
            </a:r>
            <a:r>
              <a:rPr lang="ru-RU" b="1" dirty="0"/>
              <a:t> </a:t>
            </a:r>
            <a:r>
              <a:rPr lang="ru-RU" b="1" dirty="0" err="1"/>
              <a:t>Layers</a:t>
            </a:r>
            <a:r>
              <a:rPr lang="ru-RU" b="1" dirty="0"/>
              <a:t> </a:t>
            </a:r>
            <a:r>
              <a:rPr lang="ru-RU" b="1" dirty="0" err="1"/>
              <a:t>with</a:t>
            </a:r>
            <a:r>
              <a:rPr lang="ru-RU" b="1" dirty="0"/>
              <a:t> </a:t>
            </a:r>
            <a:r>
              <a:rPr lang="ru-RU" b="1" dirty="0" err="1"/>
              <a:t>Sigmoid</a:t>
            </a:r>
            <a:r>
              <a:rPr lang="ru-RU" b="1" dirty="0"/>
              <a:t> </a:t>
            </a:r>
            <a:r>
              <a:rPr lang="ru-RU" b="1" dirty="0" err="1"/>
              <a:t>activation</a:t>
            </a:r>
            <a:r>
              <a:rPr lang="ru-RU" b="1" dirty="0"/>
              <a:t> </a:t>
            </a:r>
            <a:r>
              <a:rPr lang="ru-RU" b="1" dirty="0" err="1"/>
              <a:t>function</a:t>
            </a:r>
            <a:r>
              <a:rPr lang="ru-RU" b="1" dirty="0"/>
              <a:t> </a:t>
            </a:r>
            <a:br>
              <a:rPr lang="ru-RU" b="1" dirty="0"/>
            </a:br>
            <a:r>
              <a:rPr lang="ru-RU" b="1" dirty="0"/>
              <a:t>– Report 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week</a:t>
            </a:r>
            <a:r>
              <a:rPr lang="ru-RU" b="1" dirty="0"/>
              <a:t> 6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 b="0" dirty="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ru-RU" b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ru-RU" b="0" dirty="0">
                <a:latin typeface="Arial" panose="020B0604020202020204" pitchFamily="34" charset="0"/>
                <a:cs typeface="Arial" panose="020B0604020202020204" pitchFamily="34" charset="0"/>
              </a:rPr>
              <a:t>- Anna Beketova</a:t>
            </a:r>
          </a:p>
          <a:p>
            <a:r>
              <a:rPr lang="ru-RU" b="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b="0" dirty="0" err="1">
                <a:latin typeface="Arial" panose="020B0604020202020204" pitchFamily="34" charset="0"/>
                <a:cs typeface="Arial" panose="020B0604020202020204" pitchFamily="34" charset="0"/>
              </a:rPr>
              <a:t>Shatu</a:t>
            </a:r>
            <a:r>
              <a:rPr lang="ru-RU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0" dirty="0" err="1">
                <a:latin typeface="Arial" panose="020B0604020202020204" pitchFamily="34" charset="0"/>
                <a:cs typeface="Arial" panose="020B0604020202020204" pitchFamily="34" charset="0"/>
              </a:rPr>
              <a:t>Ahmed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ED9519-70C3-A3C1-1E71-5C832B3B0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E497C7-ADB2-D9FD-0225-AEF1B081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Introduction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8EB32F-72E5-DDF0-9CF1-41C660CE2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667" y="2559171"/>
            <a:ext cx="6202683" cy="331734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ru-RU" dirty="0" err="1"/>
              <a:t>Previous</a:t>
            </a:r>
            <a:r>
              <a:rPr lang="ru-RU" dirty="0"/>
              <a:t> </a:t>
            </a:r>
            <a:r>
              <a:rPr lang="ru-RU" dirty="0" err="1"/>
              <a:t>weeks</a:t>
            </a:r>
            <a:r>
              <a:rPr lang="ru-RU" dirty="0"/>
              <a:t>:</a:t>
            </a:r>
          </a:p>
          <a:p>
            <a:pPr marL="493395" lvl="1">
              <a:lnSpc>
                <a:spcPct val="200000"/>
              </a:lnSpc>
            </a:pPr>
            <a:r>
              <a:rPr lang="ru-RU" dirty="0"/>
              <a:t>Sigmoid activation function</a:t>
            </a:r>
          </a:p>
          <a:p>
            <a:pPr marL="493395" lvl="1">
              <a:lnSpc>
                <a:spcPct val="200000"/>
              </a:lnSpc>
            </a:pPr>
            <a:r>
              <a:rPr lang="ru-RU" dirty="0"/>
              <a:t>High metrics </a:t>
            </a:r>
            <a:r>
              <a:rPr lang="de-DE" dirty="0">
                <a:latin typeface="Abadi" panose="020B0604020104020204" pitchFamily="34" charset="0"/>
                <a:sym typeface="Wingdings" panose="05000000000000000000" pitchFamily="2" charset="2"/>
              </a:rPr>
              <a:t></a:t>
            </a:r>
            <a:r>
              <a:rPr lang="ru-RU" dirty="0"/>
              <a:t> precise model</a:t>
            </a:r>
          </a:p>
          <a:p>
            <a:pPr marL="493395" lvl="1">
              <a:lnSpc>
                <a:spcPct val="200000"/>
              </a:lnSpc>
            </a:pPr>
            <a:r>
              <a:rPr lang="ru-RU" dirty="0"/>
              <a:t>Updated training data more agreeable</a:t>
            </a:r>
          </a:p>
          <a:p>
            <a:pPr marL="493395" lvl="1">
              <a:lnSpc>
                <a:spcPct val="200000"/>
              </a:lnSpc>
            </a:pPr>
            <a:r>
              <a:rPr lang="ru-RU" dirty="0"/>
              <a:t>Adam optimizer delivers precise results, despite minor overfitting   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ru-RU" dirty="0"/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39656-30B9-A393-72BD-87BB129E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99B1-2F09-46C9-9F45-B1A387C3AF43}" type="datetime1">
              <a:rPr lang="de-DE"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BE388C-94E6-9D20-1BBB-D723F94DC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F6C038-D484-A856-208F-3B7506AA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</a:t>
            </a:fld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7989DCC-335B-0849-A754-850797165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650BAF-64EB-E497-8591-AC072DC05060}"/>
              </a:ext>
            </a:extLst>
          </p:cNvPr>
          <p:cNvSpPr txBox="1"/>
          <p:nvPr/>
        </p:nvSpPr>
        <p:spPr>
          <a:xfrm>
            <a:off x="7244759" y="2559171"/>
            <a:ext cx="4286250" cy="1724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ru-RU" sz="2000" dirty="0"/>
              <a:t>This week:</a:t>
            </a:r>
          </a:p>
          <a:p>
            <a:pPr marL="550545" lvl="1" indent="-285750">
              <a:lnSpc>
                <a:spcPct val="200000"/>
              </a:lnSpc>
              <a:buFont typeface="Arial"/>
              <a:buChar char="•"/>
            </a:pPr>
            <a:r>
              <a:rPr lang="de-DE" dirty="0" err="1"/>
              <a:t>implement</a:t>
            </a:r>
            <a:r>
              <a:rPr lang="ru-RU" dirty="0"/>
              <a:t> cross validation</a:t>
            </a:r>
          </a:p>
          <a:p>
            <a:pPr marL="550545" lvl="1" indent="-285750">
              <a:lnSpc>
                <a:spcPct val="200000"/>
              </a:lnSpc>
              <a:buFont typeface="Arial"/>
              <a:buChar char="•"/>
            </a:pPr>
            <a:r>
              <a:rPr lang="ru-RU" dirty="0"/>
              <a:t>Sum up results of experiments </a:t>
            </a:r>
          </a:p>
        </p:txBody>
      </p:sp>
    </p:spTree>
    <p:extLst>
      <p:ext uri="{BB962C8B-B14F-4D97-AF65-F5344CB8AC3E}">
        <p14:creationId xmlns:p14="http://schemas.microsoft.com/office/powerpoint/2010/main" val="2824960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B50CA-5C52-94A4-B166-AB8ECC76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362" y="1164341"/>
            <a:ext cx="10363200" cy="1187570"/>
          </a:xfrm>
        </p:spPr>
        <p:txBody>
          <a:bodyPr/>
          <a:lstStyle/>
          <a:p>
            <a:r>
              <a:rPr lang="ru-RU" b="1" dirty="0" err="1"/>
              <a:t>Methods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7EF8FE-0711-8B75-B8CD-A13207F8E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Further work with Adam optimizer due to precise results</a:t>
            </a:r>
          </a:p>
          <a:p>
            <a:r>
              <a:rPr lang="ru-RU" dirty="0" err="1"/>
              <a:t>Implementation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dropout</a:t>
            </a:r>
            <a:r>
              <a:rPr lang="ru-RU" dirty="0"/>
              <a:t> </a:t>
            </a:r>
            <a:r>
              <a:rPr lang="ru-RU" dirty="0" err="1"/>
              <a:t>layers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reduce</a:t>
            </a:r>
            <a:r>
              <a:rPr lang="ru-RU" dirty="0"/>
              <a:t> </a:t>
            </a:r>
            <a:r>
              <a:rPr lang="ru-RU" dirty="0" err="1"/>
              <a:t>overfitting</a:t>
            </a:r>
            <a:r>
              <a:rPr lang="ru-RU" dirty="0"/>
              <a:t>: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Dropout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layers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after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1st, 2nd, 3rd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and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4th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convolutional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layers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: 0.2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Dropout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layer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before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fully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connected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layer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: 0.5</a:t>
            </a:r>
            <a:endParaRPr lang="ru-RU" dirty="0">
              <a:solidFill>
                <a:srgbClr val="000000"/>
              </a:solidFill>
            </a:endParaRPr>
          </a:p>
          <a:p>
            <a:r>
              <a:rPr lang="ru-RU" dirty="0"/>
              <a:t>Cross validation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03829A-9B2C-5E7F-3484-CFCEB5AB2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F1C5-9D0F-4E52-BBD6-8778F3B244D2}" type="datetime1">
              <a:rPr lang="de-DE"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764160-1AD1-33E7-F0CB-720501EB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5A48A0-C865-AEF0-1317-E008CA74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B71756A-1AFE-D1FE-9277-229027ED7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85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22B6B-66E4-DD7F-6CF3-9764D845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95" y="1175658"/>
            <a:ext cx="10363200" cy="1187570"/>
          </a:xfrm>
        </p:spPr>
        <p:txBody>
          <a:bodyPr/>
          <a:lstStyle/>
          <a:p>
            <a:r>
              <a:rPr lang="ru-RU" b="1" dirty="0" err="1"/>
              <a:t>Results</a:t>
            </a:r>
            <a:r>
              <a:rPr lang="ru-RU" b="1" dirty="0"/>
              <a:t> – </a:t>
            </a:r>
            <a:r>
              <a:rPr lang="ru-RU" b="1" dirty="0" err="1"/>
              <a:t>Dropout</a:t>
            </a:r>
            <a:r>
              <a:rPr lang="ru-RU" b="1" dirty="0"/>
              <a:t> </a:t>
            </a:r>
            <a:r>
              <a:rPr lang="ru-RU" b="1" dirty="0" err="1"/>
              <a:t>layers</a:t>
            </a:r>
            <a:r>
              <a:rPr lang="ru-RU" b="1" dirty="0"/>
              <a:t> </a:t>
            </a:r>
          </a:p>
        </p:txBody>
      </p:sp>
      <p:pic>
        <p:nvPicPr>
          <p:cNvPr id="7" name="Объект 6" descr="Изображение выглядит как текст, снимок экрана, диаграмма, График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235C7393-27D7-8C93-0292-56AB8E364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3252" y="2209912"/>
            <a:ext cx="5066286" cy="429975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38EC4037-B7B9-AD5C-468B-15C83D1E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3AA4-7C25-4F6D-A390-6A1E64B3EA53}" type="datetime1">
              <a:rPr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223DB4-6332-9BEF-9052-10FD3FF6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23CBCC-4F60-967F-6136-CC631DE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4</a:t>
            </a:fld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B7BAFE9-6975-39F5-E4AF-BEB1A0461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70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10AFA-CC69-B3AD-4ACB-19D6CB487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1132040"/>
            <a:ext cx="10363200" cy="1187570"/>
          </a:xfrm>
        </p:spPr>
        <p:txBody>
          <a:bodyPr/>
          <a:lstStyle/>
          <a:p>
            <a:r>
              <a:rPr lang="ru-RU" b="1" dirty="0" err="1"/>
              <a:t>Results</a:t>
            </a:r>
            <a:r>
              <a:rPr lang="ru-RU" b="1" dirty="0"/>
              <a:t> – </a:t>
            </a:r>
            <a:r>
              <a:rPr lang="ru-RU" b="1" dirty="0" err="1"/>
              <a:t>Summarized</a:t>
            </a:r>
            <a:r>
              <a:rPr lang="ru-RU" b="1" dirty="0"/>
              <a:t> </a:t>
            </a:r>
            <a:r>
              <a:rPr lang="ru-RU" b="1" dirty="0" err="1"/>
              <a:t>metrics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B499FD-DF8E-9EBE-A7E9-5DF4379CE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FA49-6296-4B85-B848-6266BD638906}" type="datetime1">
              <a:rPr lang="de-DE"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9E2E2A-730E-485E-01D6-E910E6E2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FE77D7-4D99-5657-9002-8D4ADD45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5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4722BF8-0E98-08B6-FCDA-C145B9A75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  <p:pic>
        <p:nvPicPr>
          <p:cNvPr id="12" name="Объект 11" descr="Изображение выглядит как текст, снимок экрана, число, Шриф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68ABF0C9-4A26-1B40-7192-DCC6769BC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14398" y="2731763"/>
            <a:ext cx="11103429" cy="2906843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888615-7773-3155-E897-7C16CDEF6462}"/>
              </a:ext>
            </a:extLst>
          </p:cNvPr>
          <p:cNvSpPr txBox="1"/>
          <p:nvPr/>
        </p:nvSpPr>
        <p:spPr>
          <a:xfrm>
            <a:off x="914400" y="224245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err="1"/>
              <a:t>Sequence</a:t>
            </a:r>
            <a:r>
              <a:rPr lang="ru-RU"/>
              <a:t> </a:t>
            </a:r>
            <a:r>
              <a:rPr lang="ru-RU" err="1"/>
              <a:t>length</a:t>
            </a:r>
            <a:r>
              <a:rPr lang="ru-RU"/>
              <a:t> 1500: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4289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10AFA-CC69-B3AD-4ACB-19D6CB487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04" y="1099644"/>
            <a:ext cx="10363200" cy="1187570"/>
          </a:xfrm>
        </p:spPr>
        <p:txBody>
          <a:bodyPr/>
          <a:lstStyle/>
          <a:p>
            <a:r>
              <a:rPr lang="ru-RU" b="1" dirty="0" err="1"/>
              <a:t>Results</a:t>
            </a:r>
            <a:r>
              <a:rPr lang="ru-RU" b="1" dirty="0"/>
              <a:t> – </a:t>
            </a:r>
            <a:r>
              <a:rPr lang="ru-RU" b="1" dirty="0" err="1"/>
              <a:t>Summarized</a:t>
            </a:r>
            <a:r>
              <a:rPr lang="ru-RU" b="1" dirty="0"/>
              <a:t> </a:t>
            </a:r>
            <a:r>
              <a:rPr lang="ru-RU" b="1" dirty="0" err="1"/>
              <a:t>metrics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B499FD-DF8E-9EBE-A7E9-5DF4379CE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BFA49-6296-4B85-B848-6266BD638906}" type="datetime1">
              <a:rPr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9E2E2A-730E-485E-01D6-E910E6E2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FE77D7-4D99-5657-9002-8D4ADD45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4722BF8-0E98-08B6-FCDA-C145B9A75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  <p:pic>
        <p:nvPicPr>
          <p:cNvPr id="12" name="Объект 11" descr="Изображение выглядит как текст, снимок экрана, число, Шриф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68ABF0C9-4A26-1B40-7192-DCC6769BC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02547" y="2674645"/>
            <a:ext cx="11103429" cy="2906843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888615-7773-3155-E897-7C16CDEF6462}"/>
              </a:ext>
            </a:extLst>
          </p:cNvPr>
          <p:cNvSpPr txBox="1"/>
          <p:nvPr/>
        </p:nvSpPr>
        <p:spPr>
          <a:xfrm>
            <a:off x="914400" y="224245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Sequence length 1500:</a:t>
            </a:r>
          </a:p>
          <a:p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D49A2364-9889-2F8E-C74D-E55470E46B28}"/>
                  </a:ext>
                </a:extLst>
              </p14:cNvPr>
              <p14:cNvContentPartPr/>
              <p14:nvPr/>
            </p14:nvContentPartPr>
            <p14:xfrm>
              <a:off x="990600" y="3652765"/>
              <a:ext cx="11015376" cy="10885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D49A2364-9889-2F8E-C74D-E55470E46B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1960" y="3380640"/>
                <a:ext cx="11033016" cy="5442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5246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14A029-E1DE-72B6-2BFA-39BAE32A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02" y="1111086"/>
            <a:ext cx="10363200" cy="1187570"/>
          </a:xfrm>
        </p:spPr>
        <p:txBody>
          <a:bodyPr/>
          <a:lstStyle/>
          <a:p>
            <a:r>
              <a:rPr lang="ru-RU" b="1" dirty="0" err="1"/>
              <a:t>Results</a:t>
            </a:r>
            <a:r>
              <a:rPr lang="ru-RU" b="1" dirty="0"/>
              <a:t> – </a:t>
            </a:r>
            <a:r>
              <a:rPr lang="ru-RU" b="1" dirty="0" err="1"/>
              <a:t>Summarized</a:t>
            </a:r>
            <a:r>
              <a:rPr lang="ru-RU" b="1" dirty="0"/>
              <a:t> </a:t>
            </a:r>
            <a:r>
              <a:rPr lang="ru-RU" b="1" dirty="0" err="1"/>
              <a:t>metrics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ECA630-BF4D-76C1-7A4E-431C56212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287028"/>
            <a:ext cx="10363200" cy="3382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1800" err="1"/>
              <a:t>Sequence</a:t>
            </a:r>
            <a:r>
              <a:rPr lang="ru-RU" sz="1800" dirty="0"/>
              <a:t> </a:t>
            </a:r>
            <a:r>
              <a:rPr lang="ru-RU" sz="1800" err="1"/>
              <a:t>length</a:t>
            </a:r>
            <a:r>
              <a:rPr lang="ru-RU" sz="1800" dirty="0"/>
              <a:t> 2500: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124456-7790-E252-5198-9BE526A6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63A1E-129B-4C18-8CCD-4FEAD81D934B}" type="datetime1">
              <a:rPr lang="de-DE"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62905B-DB20-EECD-9F12-76704A80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0BB30D-42B0-B597-E027-C230AEB6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2E23B7C-E35A-A92A-A4DF-E9214F22E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линия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9E761A40-5C41-ED2A-3317-29EB0B87B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09" y="3086100"/>
            <a:ext cx="9904639" cy="179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4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14A029-E1DE-72B6-2BFA-39BAE32A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69" y="1099458"/>
            <a:ext cx="10363200" cy="1187570"/>
          </a:xfrm>
        </p:spPr>
        <p:txBody>
          <a:bodyPr/>
          <a:lstStyle/>
          <a:p>
            <a:r>
              <a:rPr lang="ru-RU" b="1" dirty="0" err="1"/>
              <a:t>Results</a:t>
            </a:r>
            <a:r>
              <a:rPr lang="ru-RU" b="1" dirty="0"/>
              <a:t> – </a:t>
            </a:r>
            <a:r>
              <a:rPr lang="ru-RU" b="1" dirty="0" err="1"/>
              <a:t>Summarized</a:t>
            </a:r>
            <a:r>
              <a:rPr lang="ru-RU" b="1" dirty="0"/>
              <a:t> </a:t>
            </a:r>
            <a:r>
              <a:rPr lang="ru-RU" b="1" dirty="0" err="1"/>
              <a:t>metrics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ECA630-BF4D-76C1-7A4E-431C56212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287028"/>
            <a:ext cx="10363200" cy="3382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1800" dirty="0"/>
              <a:t>Sequence length 2500: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124456-7790-E252-5198-9BE526A6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63A1E-129B-4C18-8CCD-4FEAD81D934B}" type="datetime1">
              <a:rPr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62905B-DB20-EECD-9F12-76704A80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0BB30D-42B0-B597-E027-C230AEB6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8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2E23B7C-E35A-A92A-A4DF-E9214F22E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линия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9E761A40-5C41-ED2A-3317-29EB0B87B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523" y="3048607"/>
            <a:ext cx="9904639" cy="17961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FCE1FEB7-DB82-CA49-2299-63244C1473F9}"/>
                  </a:ext>
                </a:extLst>
              </p14:cNvPr>
              <p14:cNvContentPartPr/>
              <p14:nvPr/>
            </p14:nvContentPartPr>
            <p14:xfrm>
              <a:off x="957943" y="3935793"/>
              <a:ext cx="9894252" cy="10885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FCE1FEB7-DB82-CA49-2299-63244C1473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8943" y="3663668"/>
                <a:ext cx="9911891" cy="544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DA155E30-51A0-9FE7-128B-A9C9FAA34360}"/>
                  </a:ext>
                </a:extLst>
              </p14:cNvPr>
              <p14:cNvContentPartPr/>
              <p14:nvPr/>
            </p14:nvContentPartPr>
            <p14:xfrm>
              <a:off x="-1132113" y="1491342"/>
              <a:ext cx="10885" cy="10885"/>
            </p14:xfrm>
          </p:contentPart>
        </mc:Choice>
        <mc:Fallback xmlns=""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DA155E30-51A0-9FE7-128B-A9C9FAA343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404238" y="1230102"/>
                <a:ext cx="544250" cy="5442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644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2D317-3B2E-5FE0-E6F9-C3A766B4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119" y="1054040"/>
            <a:ext cx="10363200" cy="1187570"/>
          </a:xfrm>
        </p:spPr>
        <p:txBody>
          <a:bodyPr/>
          <a:lstStyle/>
          <a:p>
            <a:r>
              <a:rPr lang="ru-RU" b="1" dirty="0" err="1"/>
              <a:t>Results</a:t>
            </a:r>
            <a:r>
              <a:rPr lang="ru-RU" b="1" dirty="0"/>
              <a:t> – </a:t>
            </a:r>
            <a:r>
              <a:rPr lang="ru-RU" b="1" dirty="0" err="1"/>
              <a:t>Summarized</a:t>
            </a:r>
            <a:r>
              <a:rPr lang="ru-RU" b="1" dirty="0"/>
              <a:t> </a:t>
            </a:r>
            <a:r>
              <a:rPr lang="ru-RU" b="1" dirty="0" err="1"/>
              <a:t>metrics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44208-8DA8-BB77-4EEF-3CEDA643C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206746"/>
            <a:ext cx="10363200" cy="3382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 err="1"/>
              <a:t>Sequence</a:t>
            </a:r>
            <a:r>
              <a:rPr lang="ru-RU" dirty="0"/>
              <a:t> </a:t>
            </a:r>
            <a:r>
              <a:rPr lang="ru-RU" dirty="0" err="1"/>
              <a:t>length</a:t>
            </a:r>
            <a:r>
              <a:rPr lang="ru-RU" dirty="0"/>
              <a:t> 3500:</a:t>
            </a:r>
            <a:endParaRPr lang="ru-RU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006789-2004-554C-BB91-C203E20A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BAE00-12BC-4B43-B56F-C914052ACC75}" type="datetime1">
              <a:rPr lang="de-DE"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E0561-CE0E-109B-1E40-504C74F75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143C78-1373-962F-2C5C-7D330686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9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FF2075-9D01-BD47-717C-718B8CA82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число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4DAAB58B-C5DC-C653-E9F0-BD4ADF584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90825"/>
            <a:ext cx="108966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276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2D317-3B2E-5FE0-E6F9-C3A766B4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02" y="1092842"/>
            <a:ext cx="10363200" cy="1187570"/>
          </a:xfrm>
        </p:spPr>
        <p:txBody>
          <a:bodyPr/>
          <a:lstStyle/>
          <a:p>
            <a:r>
              <a:rPr lang="ru-RU" b="1" dirty="0" err="1"/>
              <a:t>Results</a:t>
            </a:r>
            <a:r>
              <a:rPr lang="ru-RU" b="1" dirty="0"/>
              <a:t> – </a:t>
            </a:r>
            <a:r>
              <a:rPr lang="ru-RU" b="1" dirty="0" err="1"/>
              <a:t>Summarized</a:t>
            </a:r>
            <a:r>
              <a:rPr lang="ru-RU" b="1" dirty="0"/>
              <a:t> </a:t>
            </a:r>
            <a:r>
              <a:rPr lang="ru-RU" b="1" dirty="0" err="1"/>
              <a:t>metrics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44208-8DA8-BB77-4EEF-3CEDA643C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206746"/>
            <a:ext cx="10363200" cy="3382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 err="1"/>
              <a:t>Sequence</a:t>
            </a:r>
            <a:r>
              <a:rPr lang="ru-RU" dirty="0"/>
              <a:t> </a:t>
            </a:r>
            <a:r>
              <a:rPr lang="ru-RU" dirty="0" err="1"/>
              <a:t>length</a:t>
            </a:r>
            <a:r>
              <a:rPr lang="ru-RU" dirty="0"/>
              <a:t> 3500:</a:t>
            </a:r>
            <a:endParaRPr lang="ru-RU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006789-2004-554C-BB91-C203E20A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BAE00-12BC-4B43-B56F-C914052ACC75}" type="datetime1">
              <a:rPr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E0561-CE0E-109B-1E40-504C74F75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143C78-1373-962F-2C5C-7D330686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10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FF2075-9D01-BD47-717C-718B8CA82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число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4DAAB58B-C5DC-C653-E9F0-BD4ADF584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90825"/>
            <a:ext cx="10896600" cy="2419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088193CF-601F-5D2F-98A8-14178A78A0DD}"/>
                  </a:ext>
                </a:extLst>
              </p14:cNvPr>
              <p14:cNvContentPartPr/>
              <p14:nvPr/>
            </p14:nvContentPartPr>
            <p14:xfrm>
              <a:off x="947057" y="3739851"/>
              <a:ext cx="10822582" cy="10885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088193CF-601F-5D2F-98A8-14178A78A0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8417" y="3467726"/>
                <a:ext cx="10840221" cy="5442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5725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3C856-0FC2-C037-4923-70E96DA4A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02" y="1161364"/>
            <a:ext cx="10363200" cy="1187570"/>
          </a:xfrm>
        </p:spPr>
        <p:txBody>
          <a:bodyPr>
            <a:normAutofit/>
          </a:bodyPr>
          <a:lstStyle/>
          <a:p>
            <a:r>
              <a:rPr lang="ru-RU" b="1" dirty="0"/>
              <a:t>Results – Summarized metrics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7BCDE2-4B7B-FF56-E3EE-DDFE7F0BD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 err="1"/>
              <a:t>Sequence</a:t>
            </a:r>
            <a:r>
              <a:rPr lang="ru-RU" dirty="0"/>
              <a:t> </a:t>
            </a:r>
            <a:r>
              <a:rPr lang="ru-RU" dirty="0" err="1"/>
              <a:t>length</a:t>
            </a:r>
            <a:r>
              <a:rPr lang="ru-RU" dirty="0"/>
              <a:t> 4500: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9AA6C9-9791-F699-C7C8-B0D9D20E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F53CB-348E-4E0B-9BD3-523DF7214CE6}" type="datetime1">
              <a:rPr lang="de-DE"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2E2558-F732-F836-EA78-C1ACEC497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D95FCF-516D-F27E-CE8C-4A642CE7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11</a:t>
            </a:fld>
            <a:endParaRPr lang="en-US" dirty="0"/>
          </a:p>
        </p:txBody>
      </p:sp>
      <p:pic>
        <p:nvPicPr>
          <p:cNvPr id="7" name="Рисунок 6" descr="Изображение выглядит как снимок экрана, текст, линия, Шриф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F21C5E66-9092-646C-13CC-88DF9254D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3" y="3326267"/>
            <a:ext cx="10854417" cy="93481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D2BE7-7692-7CEA-9F83-8EB6C47B4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8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Объект 11" descr="Изображение выглядит как текст, снимок экрана, Шрифт, число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10629D4F-FEE6-3920-D975-C9BAFBB23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486" y="2057730"/>
            <a:ext cx="6196816" cy="44129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C75978F6-6C11-99F7-0F03-154A5EB9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2996-E90D-4AE9-BBCF-DB68C449C410}" type="datetime1">
              <a:rPr lang="de-DE"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D21A95-0A43-900F-AD82-9AB5C741B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29129" y="6395876"/>
            <a:ext cx="4040373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AA88E4-1312-6863-A201-BD17A6F2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12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F70598-FA06-1E53-337C-A33F40D41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9D81B5F-955D-CED8-16E6-FAB05E999BC9}"/>
              </a:ext>
            </a:extLst>
          </p:cNvPr>
          <p:cNvSpPr/>
          <p:nvPr/>
        </p:nvSpPr>
        <p:spPr>
          <a:xfrm>
            <a:off x="3012015" y="4897373"/>
            <a:ext cx="2743200" cy="16608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E9BB27E-6C42-EFCE-4400-D8204A977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02" y="1061338"/>
            <a:ext cx="10363200" cy="1187570"/>
          </a:xfrm>
        </p:spPr>
        <p:txBody>
          <a:bodyPr>
            <a:normAutofit/>
          </a:bodyPr>
          <a:lstStyle/>
          <a:p>
            <a:r>
              <a:rPr lang="ru-RU" b="1" dirty="0"/>
              <a:t>Results – </a:t>
            </a:r>
            <a:r>
              <a:rPr lang="de-DE" b="1" dirty="0"/>
              <a:t>Cross-Validation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011135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9CF5F-2620-8636-124C-4E253C828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164341"/>
            <a:ext cx="10363200" cy="1187570"/>
          </a:xfrm>
        </p:spPr>
        <p:txBody>
          <a:bodyPr/>
          <a:lstStyle/>
          <a:p>
            <a:r>
              <a:rPr lang="ru-RU" b="1" dirty="0" err="1"/>
              <a:t>Discussion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97241-46A9-5359-9EE5-084CB745E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Shorter sequences deliver best metrics</a:t>
            </a:r>
          </a:p>
          <a:p>
            <a:r>
              <a:rPr lang="ru-RU" dirty="0"/>
              <a:t>Dropout layers reduce overfitting, but don't change results a lot</a:t>
            </a:r>
            <a:endParaRPr lang="de-DE" dirty="0">
              <a:solidFill>
                <a:srgbClr val="FF0000"/>
              </a:solidFill>
            </a:endParaRPr>
          </a:p>
          <a:p>
            <a:r>
              <a:rPr lang="en-US" dirty="0"/>
              <a:t>Good balance between precision and recall, meaning the model is robust in its predictions.</a:t>
            </a:r>
            <a:endParaRPr lang="de-DE" dirty="0">
              <a:solidFill>
                <a:srgbClr val="FF0000"/>
              </a:solidFill>
            </a:endParaRPr>
          </a:p>
          <a:p>
            <a:r>
              <a:rPr lang="en-US" b="1" dirty="0"/>
              <a:t>MCC = (0.9683)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/>
              <a:t>strong agreement between predictions and the true labels</a:t>
            </a:r>
          </a:p>
          <a:p>
            <a:r>
              <a:rPr lang="en-US" dirty="0"/>
              <a:t>model generalizes well and avoids overfitting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D20E0A-6110-4D39-E067-379022FD3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A00-62AD-4458-8A67-88CF4C5E4BA7}" type="datetime1">
              <a:rPr lang="de-DE"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F84A74-2FA0-9CC0-D6C7-1EA345B0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74D06A-AC0A-73E2-0E6C-45777CD1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13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4BD505-C142-F151-024C-A320354D7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11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FE61B-85DD-E5A8-AD6E-C0205D17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55" y="2436846"/>
            <a:ext cx="10363200" cy="1187570"/>
          </a:xfrm>
        </p:spPr>
        <p:txBody>
          <a:bodyPr/>
          <a:lstStyle/>
          <a:p>
            <a:r>
              <a:rPr lang="ru-RU" sz="6000" dirty="0"/>
              <a:t>Thank you for your attention!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AA8119-4FF4-4B00-7A65-D9DE3F0D4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560C-67C3-40B3-9D60-B5EB5A7C74AD}" type="datetime1">
              <a:rPr lang="de-DE"/>
              <a:t>20.01.2025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39DB2C-E313-387E-F0A3-49F8514C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00053-5A86-6420-7CD0-1EB2601E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14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A6B840-A2AB-6FF0-CFA0-E4226422B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4537" y="5881687"/>
            <a:ext cx="23812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77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Abadi</vt:lpstr>
      <vt:lpstr>Arial</vt:lpstr>
      <vt:lpstr>Arial,Sans-Serif</vt:lpstr>
      <vt:lpstr>Courier New</vt:lpstr>
      <vt:lpstr>Grandview Display</vt:lpstr>
      <vt:lpstr>Wingdings</vt:lpstr>
      <vt:lpstr>DashVTI</vt:lpstr>
      <vt:lpstr> Embedding using Convolutional Layers with Sigmoid activation function  – Report for week 6</vt:lpstr>
      <vt:lpstr>Introduction</vt:lpstr>
      <vt:lpstr>Methods</vt:lpstr>
      <vt:lpstr>Results – Dropout layers </vt:lpstr>
      <vt:lpstr>Results – Summarized metrics</vt:lpstr>
      <vt:lpstr>Results – Summarized metrics</vt:lpstr>
      <vt:lpstr>Results – Summarized metrics</vt:lpstr>
      <vt:lpstr>Results – Summarized metrics</vt:lpstr>
      <vt:lpstr>Results – Summarized metrics</vt:lpstr>
      <vt:lpstr>Results – Summarized metrics</vt:lpstr>
      <vt:lpstr>Results – Summarized metrics</vt:lpstr>
      <vt:lpstr>Results – Cross-Validation</vt:lpstr>
      <vt:lpstr>Discussion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Ahmed, Shatu Ghamgeen Ahmed</cp:lastModifiedBy>
  <cp:revision>219</cp:revision>
  <dcterms:created xsi:type="dcterms:W3CDTF">2025-01-20T13:26:15Z</dcterms:created>
  <dcterms:modified xsi:type="dcterms:W3CDTF">2025-01-20T15:04:17Z</dcterms:modified>
</cp:coreProperties>
</file>